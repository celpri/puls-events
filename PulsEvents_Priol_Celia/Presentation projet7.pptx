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19"/>
  </p:notesMasterIdLst>
  <p:handoutMasterIdLst>
    <p:handoutMasterId r:id="rId20"/>
  </p:handoutMasterIdLst>
  <p:sldIdLst>
    <p:sldId id="339" r:id="rId2"/>
    <p:sldId id="305" r:id="rId3"/>
    <p:sldId id="258" r:id="rId4"/>
    <p:sldId id="351" r:id="rId5"/>
    <p:sldId id="340" r:id="rId6"/>
    <p:sldId id="352" r:id="rId7"/>
    <p:sldId id="307" r:id="rId8"/>
    <p:sldId id="308" r:id="rId9"/>
    <p:sldId id="354" r:id="rId10"/>
    <p:sldId id="341" r:id="rId11"/>
    <p:sldId id="353" r:id="rId12"/>
    <p:sldId id="311" r:id="rId13"/>
    <p:sldId id="355" r:id="rId14"/>
    <p:sldId id="356" r:id="rId15"/>
    <p:sldId id="309" r:id="rId16"/>
    <p:sldId id="342" r:id="rId17"/>
    <p:sldId id="336" r:id="rId18"/>
  </p:sldIdLst>
  <p:sldSz cx="9144000" cy="5143500" type="screen16x9"/>
  <p:notesSz cx="6858000" cy="9144000"/>
  <p:embeddedFontLst>
    <p:embeddedFont>
      <p:font typeface="Figtree Black" panose="020B0604020202020204" charset="0"/>
      <p:bold r:id="rId21"/>
      <p:boldItalic r:id="rId22"/>
    </p:embeddedFont>
    <p:embeddedFont>
      <p:font typeface="Hanken Grotesk" panose="020B0604020202020204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4D82ED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EEB15C-BDBE-4FF0-AFAB-B0CD98B2866F}">
  <a:tblStyle styleId="{D4EEB15C-BDBE-4FF0-AFAB-B0CD98B286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102" autoAdjust="0"/>
  </p:normalViewPr>
  <p:slideViewPr>
    <p:cSldViewPr snapToGrid="0">
      <p:cViewPr varScale="1">
        <p:scale>
          <a:sx n="82" d="100"/>
          <a:sy n="82" d="100"/>
        </p:scale>
        <p:origin x="844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E952CAA-D707-EAF2-ADD6-AA2B3F116D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B0425A-5645-ABD0-5FF3-0B15C06160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97956-E605-408D-9253-F722790FAEAB}" type="datetimeFigureOut">
              <a:rPr lang="fr-FR" smtClean="0"/>
              <a:t>26/01/2026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341E7E-94CE-96F3-B0C4-0880CCE3BA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730063B-9F31-50DB-D49F-6AE7D4CE7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21609-76DC-476D-A5B5-C8AE893BB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820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3:16.1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1018 979 24575,'1'25'0,"2"0"0,10 44 0,-3-20 0,3 21 0,76 360 0,-67-349 0,3-1 0,3-2 0,49 93 0,-75-166 0,2 2 0,0 0 0,0 1 0,1-2 0,8 11 0,-12-16 0,-1 0 0,1 0 0,0 0 0,0 0 0,0 0 0,0 0 0,1 0 0,-1-1 0,0 1 0,0 0 0,0-1 0,1 1 0,-1-1 0,0 0 0,0 1 0,1-1 0,-1 0 0,0 0 0,1 1 0,-1-1 0,0 0 0,1-1 0,-1 1 0,0 0 0,1 0 0,-1 0 0,0-1 0,1 1 0,-1-1 0,0 1 0,0-1 0,1 1 0,-1-1 0,0 0 0,2-1 0,2-3 0,1-1 0,-1 1 0,0-1 0,0 0 0,6-12 0,26-46-94,-3-1 1,39-105-1,36-155-465,-64 167 514,-6-2 1,-8-1-1,-6-1 0,-8-2 0,-5-224 0,-14 356 45,1 32 0,0 6 0,-3 56 0,1 728 0,27-402 841,-17-331-594,-4-50-228,0-15-17,2-127-2,-5 87 0,-63-911-1107,21 682 1107,37 253 0,-11-31 0,15 54 0,1-1 0,-1 1 0,1-1 0,-1 1 0,0-1 0,0 1 0,1-1 0,-1 1 0,0 0 0,0 0 0,0-1 0,0 1 0,-2-1 0,3 2 0,-1 0 0,1 0 0,0 0 0,-1 0 0,1 0 0,0 0 0,-1 0 0,1 0 0,0 0 0,-1 0 0,1 1 0,0-1 0,-1 0 0,1 0 0,0 0 0,-1 0 0,1 1 0,0-1 0,0 0 0,-1 0 0,1 1 0,0-1 0,0 0 0,0 0 0,-1 1 0,1-1 0,0 0 0,0 1 0,0-1 0,0 0 0,-1 0 0,1 1 0,0-1 0,0 0 0,0 1 0,-3 9 0,1-1 0,0 0 0,-1 14 0,-13 395 0,16-311 0,3 743-4,-3-829 4,0-19 0,0-4 0,1-31 0,-1-109 131,-1-399 849,-3 475-980,4 63 0,0 0 0,0 1 0,-1-1 0,1 1 0,-1-1 0,0 1 0,0-1 0,0 1 0,-1-3 0,2 5 0,-1 0 0,1-1 0,0 1 0,0 0 0,0 0 0,0 0 0,0 0 0,-1 0 0,1 0 0,0 0 0,0 0 0,0 0 0,0 0 0,0 0 0,-1 0 0,1 0 0,0 0 0,0 0 0,0 0 0,0 0 0,-1 0 0,1 0 0,0 0 0,0 0 0,0 0 0,0 0 0,0 0 0,-1 1 0,1-1 0,0 0 0,0 0 0,0 0 0,0 0 0,0 0 0,0 0 0,0 0 0,-1 0 0,1 1 0,0-1 0,0 0 0,0 0 0,0 0 0,-7 17 0,-56 272 0,47-195 0,-26 141 0,38-223 0,1-17 0,-1-25 0,4 29 0,-104-843 0,91 779 0,12 64 0,1 0 0,0 0 0,-1 0 0,1-1 0,0 1 0,-1 0 0,0 0 0,1 0 0,-1 0 0,0 0 0,1 0 0,-1 0 0,-2-2 0,3 3 0,0 0 0,-1 0 0,1 0 0,0 0 0,-1 0 0,1 0 0,0 0 0,-1 0 0,1 0 0,0 0 0,0 0 0,-1 1 0,1-1 0,0 0 0,-1 0 0,1 0 0,0 0 0,0 0 0,-1 1 0,1-1 0,0 0 0,-1 0 0,1 0 0,0 1 0,0-1 0,0 0 0,-1 0 0,1 1 0,0-1 0,0 0 0,0 1 0,0-1 0,-16 41 0,15-36 0,-24 91-120,-16 117 0,2 108-343,36-292 422,-10 114-97,-9 72 125,13-154 14,-22 81 1,19-109-2,4-25 0,7-8 0,1-1 0,-1 1 0,1 0 0,0 0 0,-1-1 0,1 1 0,-1 0 0,1-1 0,0 1 0,-1 0 0,1-1 0,0 1 0,-1-1 0,1 1 0,0-1 0,0 1 0,-1 0 0,1-1 0,0 1 0,0-1 0,0 1 0,0-1 0,-1 1 0,1-2 0,-4-16 17,1 0 0,1 0 0,0-36 0,2 33 63,-5-178 168,-23-382 248,26 560-496,-8-35 0,10 55 0,0 0 0,-1 0 0,1 0 0,0 0 0,-1 0 0,1 0 0,-1 0 0,0 0 0,1 0 0,-1 0 0,0 0 0,1 0 0,-2-1 0,1 2 0,1 0 0,0 0 0,-1 0 0,1 0 0,0 0 0,-1 0 0,1 0 0,0 0 0,-1 0 0,1 0 0,0 0 0,-1 0 0,1 0 0,-1 0 0,1 0 0,0 0 0,-1 0 0,1 0 0,0 0 0,-1 1 0,1-1 0,0 0 0,-1 0 0,1 0 0,0 1 0,0-1 0,-1 0 0,1 0 0,0 1 0,0-1 0,-1 1 0,-3 5 0,0 0 0,1 1 0,0 0 0,0-1 0,0 1 0,-3 15 0,-14 67 0,-12 138 0,-16 547-1179,44-657 1118,5-254 61,2-54-87,-8-543-584,-2 620 726,-4 0-1,-32-130 1,37 219 290,-11-32 0,4 36-108,13 21-234,0 0-1,-1-1 0,1 1 1,0 0-1,0 0 0,-1 0 1,1 0-1,0-1 0,0 1 0,-1 0 1,1 0-1,0 0 0,-1 0 1,1 0-1,0 0 0,-1 0 1,1 0-1,0 0 0,0 0 0,-1 0 1,1 0-1,0 0 0,-1 0 1,1 0-1,0 0 0,0 0 1,-1 0-1,1 0 0,0 1 0,-1-1 1,1 0-1,0 0 0,0 0 1,-1 0-1,1 1 0,0-1 1,-3 4-2,1-1 1,1 1 0,-1 0-1,0 0 1,1 0 0,0 0-1,0 0 1,-1 7 0,-15 188-2,13-127 0,-78 673-814,77-713 925,1-5 21,0-1 1,-2 0-1,-16 47 1,15-62-133,7-11 0,-1 0 0,1 0 0,0 0 0,0 0 0,0 1 0,-1-1 0,1 0 0,0 0 0,0 0 0,-1 0 0,1 0 0,0 0 0,0 0 0,-1 0 0,1 0 0,0-1 0,0 1 0,0 0 0,-1 0 0,1 0 0,0 0 0,0 0 0,0 0 0,-1 0 0,1 0 0,0-1 0,0 1 0,0 0 0,0 0 0,-1 0 0,1 0 0,0-1 0,0 1 0,0 0 0,0 0 0,-6-11 0,1 0 0,1 0 0,0 0 0,0-1 0,1 1 0,1-1 0,-2-13 0,-1 0 0,-58-454-16,16 92 195,30 311 474,7 57-490,10 19-162,0-1 0,0 1 0,0 0 0,0 0 0,0 0-1,-1 0 1,1 0 0,0 0 0,0 0 0,0 0 0,0-1 0,-1 1 0,1 0-1,0 0 1,0 0 0,0 0 0,-1 0 0,1 0 0,0 0 0,0 0 0,0 0-1,-1 0 1,1 0 0,0 0 0,0 0 0,0 1 0,0-1 0,-1 0-1,1 0 1,0 0 0,0 0 0,0 0 0,0 0 0,-1 0 0,1 0 0,0 1-1,0-1 1,0 0 0,0 0 0,0 0 0,0 0 0,-1 1 0,1-1-1,0 0 1,0 0 0,0 0 0,-2 5-8,1 0 0,-1 0 1,1-1-1,0 1 0,-1 8 0,-7 88 7,4 116 0,5-133 0,1 425 0,0-486 0,-2-46 0,-47-335 0,40 309 0,-20-70 0,28 117 0,-1 0 0,0 0 0,1 0 0,-1-1 0,0 1 0,0 0 0,-1 0 0,1 1 0,0-1 0,-1 0 0,1 0 0,-1 0 0,1 1 0,-1-1 0,-2-1 0,3 3 0,0-1 0,0 1 0,0 0 0,0 0 0,0-1 0,0 1 0,0 0 0,0 0 0,0 0 0,0 1 0,0-1 0,0 0 0,0 0 0,0 0 0,0 1 0,0-1 0,1 0 0,-1 1 0,0-1 0,0 1 0,0-1 0,0 1 0,1-1 0,-2 2 0,-4 4 0,0 1 0,1-1 0,0 1 0,1 0 0,-1 0 0,2 0 0,-6 11 0,-21 62 0,3 2 0,-17 94 0,30-119 0,-47 221 0,13-55 0,34-171 0,8-39 0,6-13 0,0 0 0,0 0 0,0 0 0,-1 0 0,1 0 0,0 0 0,0 0 0,0 0 0,0 0 0,0 0 0,0 0 0,-1 0 0,1 0 0,0 0 0,0 0 0,0 0 0,0 0 0,0-1 0,0 1 0,-1 0 0,1 0 0,0 0 0,0 0 0,0 0 0,0 0 0,0 0 0,0 0 0,0 0 0,0 0 0,0 0 0,0-1 0,-1 1 0,1 0 0,0 0 0,0 0 0,0 0 0,0 0 0,0 0 0,0 0 0,0-1 0,0 1 0,0 0 0,0 0 0,0 0 0,0 0 0,0 0 0,0-1 0,-3-27 0,-1-272 0,0 3 0,-1 245 0,0 41 0,-2 15 0,-2 19 0,1 11 0,2 1 0,-4 62 0,6-60 0,3-26 0,1-11 0,-1-20 0,1 18 0,3-533 0,-3 533 0,-1-15 0,1 0 0,2 0 0,-1 0 0,6-19 0,-6 32 0,0 0 0,1-1 0,-1 1 0,1 0 0,0 0 0,0 0 0,0 1 0,1-1 0,0 0 0,-1 1 0,1 0 0,0-1 0,1 1 0,-1 0 0,0 1 0,1-1 0,0 1 0,0-1 0,-1 1 0,8-3 0,7 0-227,-1 0-1,1 1 1,0 0-1,0 2 1,31-2-1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6:39.06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235 172 24555,'8180'0'0,"-16595"-172"0,8650 344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6:44.9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42 24477,'530'-42'0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6:48.8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0 114 24558,'2031'127'0,"-2445"-367"0,828 480 0,-855-53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3:08.1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490 3 24575,'-1'0'0,"1"0"0,-1-1 0,0 1 0,1 0 0,-1 0 0,0-1 0,1 1 0,-1 0 0,0 0 0,0 0 0,1 0 0,-1 0 0,0 0 0,1 0 0,-1 0 0,0 0 0,0 0 0,1 0 0,-1 1 0,0-1 0,1 0 0,-1 0 0,0 1 0,1-1 0,-2 1 0,-17 13 0,12-8 0,1 1 0,-1 0 0,1 0 0,0 0 0,1 1 0,0 0 0,0 0 0,-6 16 0,-18 56 0,4 0 0,-22 120 0,46-194 0,-4 15 0,1-1 0,1 1 0,0-1 0,2 1 0,2 39 0,-1-58 0,1 1 0,-1 0 0,1-1 0,0 1 0,0-1 0,0 1 0,0-1 0,0 1 0,0-1 0,1 0 0,1 3 0,-2-4 0,-1-1 0,1 1 0,0 0 0,0-1 0,0 1 0,0 0 0,0-1 0,0 1 0,0-1 0,0 0 0,0 1 0,0-1 0,0 0 0,0 1 0,0-1 0,0 0 0,0 0 0,0 0 0,2 0 0,1-1 0,-1 0 0,1 0 0,-1 0 0,1-1 0,-1 1 0,1-1 0,-1 0 0,0 0 0,0 0 0,0-1 0,0 1 0,0-1 0,3-4 0,13-14 0,-2-1 0,0-1 0,-2 0 0,25-49 0,-21 29 0,-1-1 0,14-53 0,-26 74 0,-1 0 0,0-1 0,-2 1 0,1-37 0,-4 58 0,0 0 0,0-1 0,0 1 0,-1 0 0,1 0 0,0 0 0,-1-1 0,1 1 0,-1 0 0,0 0 0,0 0 0,0 0 0,0 0 0,0 0 0,0 1 0,-1-1 0,1 0 0,0 0 0,-1 1 0,1-1 0,-1 1 0,0-1 0,0 1 0,1 0 0,-1 0 0,0 0 0,0 0 0,0 0 0,0 0 0,0 0 0,-3 0 0,-4 0 0,0 0 0,0 0 0,0 1 0,0 0 0,0 0 0,-15 4 0,-19 3 0,1 2 0,0 2 0,1 2 0,0 1 0,1 2 0,0 2 0,2 2 0,-38 25 0,72-42 0,-1 0 0,1 1 0,0-1 0,0 1 0,0 0 0,-6 8 0,10-12 0,-1 1 0,1-1 0,0 1 0,-1-1 0,1 1 0,0 0 0,0-1 0,-1 1 0,1-1 0,0 1 0,0-1 0,0 1 0,0 0 0,0-1 0,0 1 0,0 0 0,0-1 0,0 1 0,0-1 0,0 1 0,0 0 0,0-1 0,1 1 0,-1-1 0,0 1 0,0-1 0,1 1 0,-1-1 0,0 1 0,1 0 0,-1-1 0,0 0 0,1 1 0,-1-1 0,1 1 0,-1-1 0,1 0 0,-1 1 0,1-1 0,-1 0 0,1 1 0,-1-1 0,1 0 0,0 0 0,-1 1 0,1-1 0,-1 0 0,1 0 0,0 0 0,-1 0 0,1 0 0,0 0 0,37 2 0,-37-2 0,38-4 0,1-1 0,-1-1 0,43-14 0,112-45 0,-180 60 0,98-40 0,-96 37 0,0-1 0,0 0 0,-1-1 0,20-17 0,-33 26 0,0 0 0,-1-1 0,1 1 0,-1-1 0,1 0 0,-1 1 0,0-1 0,1 0 0,-1 0 0,0 0 0,0 0 0,0 0 0,0 0 0,-1 0 0,1 0 0,0-3 0,-1 4 0,0 1 0,0-1 0,0 1 0,0-1 0,-1 1 0,1-1 0,0 1 0,0-1 0,0 1 0,-1-1 0,1 1 0,0-1 0,-1 1 0,1 0 0,0-1 0,-1 1 0,1-1 0,0 1 0,-1 0 0,1-1 0,-1 1 0,1 0 0,0 0 0,-2-1 0,1 1 0,-1-1 0,0 0 0,0 1 0,0 0 0,0 0 0,0-1 0,0 1 0,0 0 0,-3 1 0,-10 2 0,1 1 0,0 0 0,0 1 0,0 1 0,0 0 0,1 1 0,0 0 0,0 1 0,1 1 0,0 0 0,1 0 0,-15 16 0,10-3-1365,8-5-5461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3:09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489 385 24575,'-1'225'0,"2"251"0,3-400 0,0-48 0,-4-28 0,0 0 0,0 1 0,0-1 0,0 0 0,0 0 0,0 0 0,0 0 0,0 0 0,0 0 0,0 0 0,0 0 0,0 0 0,0 0 0,0 0 0,0 1 0,0-1 0,0 0 0,1 0 0,-1 0 0,0 0 0,0 0 0,0 0 0,0 0 0,0 0 0,0 0 0,0 0 0,0 0 0,0 0 0,0 0 0,1 0 0,-1 0 0,0 0 0,0 0 0,0 0 0,0 0 0,0 0 0,0 0 0,0 0 0,0 0 0,0 0 0,0 0 0,1 0 0,-1 0 0,0 0 0,0 0 0,0 0 0,0 0 0,0 0 0,0-1 0,0 1 0,0 0 0,0 0 0,0 0 0,0 0 0,0 0 0,0 0 0,0 0 0,1 0 0,-1 0 0,0 0 0,0 0 0,0 0 0,0-1 0,0 1 0,6-17 0,8-44 0,11-103 0,-8-73 0,-4-474 0,-15 767 0,-2-1 0,-14 63 0,1-7 0,10-45 0,2-17 0,-16 71 0,21-119 0,0 0 0,0 1 0,0-1 0,-1 0 0,1 0 0,0 0 0,-1 0 0,1 0 0,-1 1 0,1-1 0,-1 0 0,0 0 0,1 0 0,-1 0 0,0-1 0,0 1 0,-1 1 0,2-2 0,-1-1 0,0 1 0,1-1 0,-1 1 0,1-1 0,-1 1 0,0-1 0,1 1 0,-1-1 0,1 0 0,0 1 0,-1-1 0,1 0 0,-1 1 0,1-1 0,0 0 0,0 1 0,-1-1 0,1 0 0,0 0 0,0 1 0,0-1 0,0-2 0,-4-18 0,1-1 0,0 0 0,2-24 0,1 28 0,0 0 0,-2 1 0,0-1 0,-1 0 0,-9-32 0,11 49 0,1 0 0,0 0 0,-1 0 0,1 0 0,0 0 0,-1 0 0,1 0 0,-1 0 0,0 0 0,1 1 0,-1-1 0,0 0 0,0 0 0,1 1 0,-1-1 0,0 0 0,0 1 0,0-1 0,0 1 0,0-1 0,-1 0 0,1 1 0,0 0 0,0 0 0,0 0 0,0 1 0,0-1 0,0 0 0,0 0 0,1 1 0,-1-1 0,0 0 0,0 1 0,0-1 0,1 1 0,-1-1 0,0 1 0,0 0 0,1-1 0,-1 1 0,0 1 0,-4 4 0,0 1 0,0 0 0,1 1 0,-5 9 0,-19 52 0,-27 101 0,29-82 0,21-76 0,2-12 0,1-21 0,3-77 0,1 64 0,-6-69 0,4 103 0,0 0 0,0 1 0,-1-1 0,1 0 0,0 0 0,0 1 0,0-1 0,-1 0 0,1 0 0,0 0 0,0 1 0,-1-1 0,1 0 0,0 0 0,0 0 0,-1 0 0,1 1 0,0-1 0,-1 0 0,1 0 0,0 0 0,0 0 0,-1 0 0,1 0 0,0 0 0,-1 0 0,1 0 0,0 0 0,-1 0 0,1 0 0,0 0 0,-1 0 0,1 0 0,0 0 0,0-1 0,-1 1 0,1 0 0,0 0 0,0 0 0,-1 0 0,1-1 0,0 1 0,0 0 0,-1 0 0,1 0 0,0-1 0,0 1 0,0 0 0,-1 0 0,1-1 0,0 1 0,0 0 0,0-1 0,0 1 0,0 0 0,0 0 0,-1-1 0,1 1 0,0 0 0,0-1 0,0 1 0,0-1 0,-16 30 0,14-25 0,-21 48 0,21-48 0,1 0 0,0 0 0,0 0 0,0 0 0,0 0 0,1 0 0,0 0 0,-1 0 0,2 1 0,-1-1 0,1 5 0,-1-8 0,1 0 0,-1 0 0,0 0 0,1 0 0,-1 0 0,0 0 0,1 0 0,0 0 0,-1 0 0,1-1 0,-1 1 0,1 0 0,0 0 0,0-1 0,-1 1 0,1 0 0,0-1 0,0 1 0,0-1 0,0 1 0,0-1 0,0 1 0,0-1 0,1 1 0,0-1 0,0 0 0,1 0 0,-1 0 0,0 0 0,0 0 0,1 0 0,-1-1 0,0 1 0,1-1 0,2-1 0,5-2 0,0-1 0,0 0 0,13-9 0,-22 13 0,19-13 0,0 0 0,-2-2 0,1 0 0,30-36 0,-40 39 0,1 0 0,-1 0 0,-1 0 0,0-1 0,-1-1 0,-1 1 0,0-1 0,6-25 0,-11 36 0,0-1 0,-1 1 0,1 0 0,-1 0 0,0 0 0,0 0 0,0 0 0,0-1 0,-2-5 0,1 8 0,1 1 0,-1 0 0,0-1 0,1 1 0,-1-1 0,0 1 0,0 0 0,0 0 0,0 0 0,0-1 0,0 1 0,-1 0 0,1 0 0,0 1 0,-1-1 0,1 0 0,0 0 0,-1 1 0,1-1 0,-1 0 0,1 1 0,-1 0 0,1-1 0,-1 1 0,1 0 0,-1 0 0,1-1 0,-3 2 0,-4-1 0,0 1 0,0 0 0,1 1 0,-1 0 0,0 1 0,0-1 0,1 1 0,0 1 0,-1-1 0,1 1 0,1 0 0,-11 9 0,-18 12 0,2 1 0,1 1 0,1 2 0,-50 61 0,59-62 0,1 2 0,2 0 0,1 0 0,1 2 0,2 0 0,-13 39 0,24-60 0,1 1 0,0-1 0,1 0 0,0 1 0,-1 21 0,3-30 0,0 0 0,0-1 0,1 1 0,-1 0 0,1-1 0,-1 1 0,1-1 0,0 1 0,0-1 0,0 1 0,0-1 0,1 1 0,-1-1 0,1 0 0,-1 0 0,1 0 0,0 0 0,0 0 0,0 0 0,0 0 0,0-1 0,0 1 0,0-1 0,1 1 0,-1-1 0,0 0 0,1 0 0,-1 0 0,1 0 0,3 0 0,1 1 0,1-1 0,-1-1 0,0 1 0,1-1 0,-1-1 0,0 1 0,1-1 0,-1-1 0,0 1 0,0-1 0,0 0 0,0-1 0,0 0 0,-1 0 0,1 0 0,-1-1 0,0 0 0,0 0 0,10-8 0,-6 3 0,0-1 0,-1 0 0,1 0 0,-2-1 0,0 0 0,0 0 0,-1-1 0,0 0 0,8-22 0,-13 31-72,0-1 1,-1 0-1,0 1 0,1-1 0,-1 0 0,-1 0 0,1 0 0,-1 0 1,1 0-1,-1 0 0,0 0 0,0 0 0,-1 0 0,1 0 0,-1 1 1,0-1-1,0 0 0,-2-5 0,-7-3-6754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7:04.9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665 347 24575,'-17'0'0,"-1"-1"0,1-1 0,0 0 0,-1-1 0,1-1 0,0-1 0,1 0 0,-1-2 0,1 0 0,0 0 0,1-1 0,-23-17 0,-301-194 0,253 167-1365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3:16.1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1018 979 24575,'1'25'0,"2"0"0,10 44 0,-3-20 0,3 21 0,76 360 0,-67-349 0,3-1 0,3-2 0,49 93 0,-75-166 0,2 2 0,0 0 0,0 1 0,1-2 0,8 11 0,-12-16 0,-1 0 0,1 0 0,0 0 0,0 0 0,0 0 0,0 0 0,1 0 0,-1-1 0,0 1 0,0 0 0,0-1 0,1 1 0,-1-1 0,0 0 0,0 1 0,1-1 0,-1 0 0,0 0 0,1 1 0,-1-1 0,0 0 0,1-1 0,-1 1 0,0 0 0,1 0 0,-1 0 0,0-1 0,1 1 0,-1-1 0,0 1 0,0-1 0,1 1 0,-1-1 0,0 0 0,2-1 0,2-3 0,1-1 0,-1 1 0,0-1 0,0 0 0,6-12 0,26-46-94,-3-1 1,39-105-1,36-155-465,-64 167 514,-6-2 1,-8-1-1,-6-1 0,-8-2 0,-5-224 0,-14 356 45,1 32 0,0 6 0,-3 56 0,1 728 0,27-402 841,-17-331-594,-4-50-228,0-15-17,2-127-2,-5 87 0,-63-911-1107,21 682 1107,37 253 0,-11-31 0,15 54 0,1-1 0,-1 1 0,1-1 0,-1 1 0,0-1 0,0 1 0,1-1 0,-1 1 0,0 0 0,0 0 0,0-1 0,0 1 0,-2-1 0,3 2 0,-1 0 0,1 0 0,0 0 0,-1 0 0,1 0 0,0 0 0,-1 0 0,1 0 0,0 0 0,-1 0 0,1 1 0,0-1 0,-1 0 0,1 0 0,0 0 0,-1 0 0,1 1 0,0-1 0,0 0 0,-1 0 0,1 1 0,0-1 0,0 0 0,0 0 0,-1 1 0,1-1 0,0 0 0,0 1 0,0-1 0,0 0 0,-1 0 0,1 1 0,0-1 0,0 0 0,0 1 0,-3 9 0,1-1 0,0 0 0,-1 14 0,-13 395 0,16-311 0,3 743-4,-3-829 4,0-19 0,0-4 0,1-31 0,-1-109 131,-1-399 849,-3 475-980,4 63 0,0 0 0,0 1 0,-1-1 0,1 1 0,-1-1 0,0 1 0,0-1 0,0 1 0,-1-3 0,2 5 0,-1 0 0,1-1 0,0 1 0,0 0 0,0 0 0,0 0 0,0 0 0,-1 0 0,1 0 0,0 0 0,0 0 0,0 0 0,0 0 0,0 0 0,-1 0 0,1 0 0,0 0 0,0 0 0,0 0 0,0 0 0,-1 0 0,1 0 0,0 0 0,0 0 0,0 0 0,0 0 0,0 0 0,-1 1 0,1-1 0,0 0 0,0 0 0,0 0 0,0 0 0,0 0 0,0 0 0,0 0 0,-1 0 0,1 1 0,0-1 0,0 0 0,0 0 0,0 0 0,-7 17 0,-56 272 0,47-195 0,-26 141 0,38-223 0,1-17 0,-1-25 0,4 29 0,-104-843 0,91 779 0,12 64 0,1 0 0,0 0 0,-1 0 0,1-1 0,0 1 0,-1 0 0,0 0 0,1 0 0,-1 0 0,0 0 0,1 0 0,-1 0 0,-2-2 0,3 3 0,0 0 0,-1 0 0,1 0 0,0 0 0,-1 0 0,1 0 0,0 0 0,-1 0 0,1 0 0,0 0 0,0 0 0,-1 1 0,1-1 0,0 0 0,-1 0 0,1 0 0,0 0 0,0 0 0,-1 1 0,1-1 0,0 0 0,-1 0 0,1 0 0,0 1 0,0-1 0,0 0 0,-1 0 0,1 1 0,0-1 0,0 0 0,0 1 0,0-1 0,-16 41 0,15-36 0,-24 91-120,-16 117 0,2 108-343,36-292 422,-10 114-97,-9 72 125,13-154 14,-22 81 1,19-109-2,4-25 0,7-8 0,1-1 0,-1 1 0,1 0 0,0 0 0,-1-1 0,1 1 0,-1 0 0,1-1 0,0 1 0,-1 0 0,1-1 0,0 1 0,-1-1 0,1 1 0,0-1 0,0 1 0,-1 0 0,1-1 0,0 1 0,0-1 0,0 1 0,0-1 0,-1 1 0,1-2 0,-4-16 17,1 0 0,1 0 0,0-36 0,2 33 63,-5-178 168,-23-382 248,26 560-496,-8-35 0,10 55 0,0 0 0,-1 0 0,1 0 0,0 0 0,-1 0 0,1 0 0,-1 0 0,0 0 0,1 0 0,-1 0 0,0 0 0,1 0 0,-2-1 0,1 2 0,1 0 0,0 0 0,-1 0 0,1 0 0,0 0 0,-1 0 0,1 0 0,0 0 0,-1 0 0,1 0 0,0 0 0,-1 0 0,1 0 0,-1 0 0,1 0 0,0 0 0,-1 0 0,1 0 0,0 0 0,-1 1 0,1-1 0,0 0 0,-1 0 0,1 0 0,0 1 0,0-1 0,-1 0 0,1 0 0,0 1 0,0-1 0,-1 1 0,-3 5 0,0 0 0,1 1 0,0 0 0,0-1 0,0 1 0,-3 15 0,-14 67 0,-12 138 0,-16 547-1179,44-657 1118,5-254 61,2-54-87,-8-543-584,-2 620 726,-4 0-1,-32-130 1,37 219 290,-11-32 0,4 36-108,13 21-234,0 0-1,-1-1 0,1 1 1,0 0-1,0 0 0,-1 0 1,1 0-1,0-1 0,0 1 0,-1 0 1,1 0-1,0 0 0,-1 0 1,1 0-1,0 0 0,-1 0 1,1 0-1,0 0 0,0 0 0,-1 0 1,1 0-1,0 0 0,-1 0 1,1 0-1,0 0 0,0 0 1,-1 0-1,1 0 0,0 1 0,-1-1 1,1 0-1,0 0 0,0 0 1,-1 0-1,1 1 0,0-1 1,-3 4-2,1-1 1,1 1 0,-1 0-1,0 0 1,1 0 0,0 0-1,0 0 1,-1 7 0,-15 188-2,13-127 0,-78 673-814,77-713 925,1-5 21,0-1 1,-2 0-1,-16 47 1,15-62-133,7-11 0,-1 0 0,1 0 0,0 0 0,0 0 0,0 1 0,-1-1 0,1 0 0,0 0 0,0 0 0,-1 0 0,1 0 0,0 0 0,0 0 0,-1 0 0,1 0 0,0-1 0,0 1 0,0 0 0,-1 0 0,1 0 0,0 0 0,0 0 0,0 0 0,-1 0 0,1 0 0,0-1 0,0 1 0,0 0 0,0 0 0,-1 0 0,1 0 0,0-1 0,0 1 0,0 0 0,0 0 0,-6-11 0,1 0 0,1 0 0,0 0 0,0-1 0,1 1 0,1-1 0,-2-13 0,-1 0 0,-58-454-16,16 92 195,30 311 474,7 57-490,10 19-162,0-1 0,0 1 0,0 0 0,0 0 0,0 0-1,-1 0 1,1 0 0,0 0 0,0 0 0,0 0 0,0-1 0,-1 1 0,1 0-1,0 0 1,0 0 0,0 0 0,-1 0 0,1 0 0,0 0 0,0 0 0,0 0-1,-1 0 1,1 0 0,0 0 0,0 0 0,0 1 0,0-1 0,-1 0-1,1 0 1,0 0 0,0 0 0,0 0 0,0 0 0,-1 0 0,1 0 0,0 1-1,0-1 1,0 0 0,0 0 0,0 0 0,0 0 0,-1 1 0,1-1-1,0 0 1,0 0 0,0 0 0,-2 5-8,1 0 0,-1 0 1,1-1-1,0 1 0,-1 8 0,-7 88 7,4 116 0,5-133 0,1 425 0,0-486 0,-2-46 0,-47-335 0,40 309 0,-20-70 0,28 117 0,-1 0 0,0 0 0,1 0 0,-1-1 0,0 1 0,0 0 0,-1 0 0,1 1 0,0-1 0,-1 0 0,1 0 0,-1 0 0,1 1 0,-1-1 0,-2-1 0,3 3 0,0-1 0,0 1 0,0 0 0,0 0 0,0-1 0,0 1 0,0 0 0,0 0 0,0 0 0,0 1 0,0-1 0,0 0 0,0 0 0,0 0 0,0 1 0,0-1 0,1 0 0,-1 1 0,0-1 0,0 1 0,0-1 0,0 1 0,1-1 0,-2 2 0,-4 4 0,0 1 0,1-1 0,0 1 0,1 0 0,-1 0 0,2 0 0,-6 11 0,-21 62 0,3 2 0,-17 94 0,30-119 0,-47 221 0,13-55 0,34-171 0,8-39 0,6-13 0,0 0 0,0 0 0,0 0 0,-1 0 0,1 0 0,0 0 0,0 0 0,0 0 0,0 0 0,0 0 0,0 0 0,-1 0 0,1 0 0,0 0 0,0 0 0,0 0 0,0 0 0,0-1 0,0 1 0,-1 0 0,1 0 0,0 0 0,0 0 0,0 0 0,0 0 0,0 0 0,0 0 0,0 0 0,0 0 0,0 0 0,0-1 0,-1 1 0,1 0 0,0 0 0,0 0 0,0 0 0,0 0 0,0 0 0,0 0 0,0-1 0,0 1 0,0 0 0,0 0 0,0 0 0,0 0 0,0 0 0,0-1 0,-3-27 0,-1-272 0,0 3 0,-1 245 0,0 41 0,-2 15 0,-2 19 0,1 11 0,2 1 0,-4 62 0,6-60 0,3-26 0,1-11 0,-1-20 0,1 18 0,3-533 0,-3 533 0,-1-15 0,1 0 0,2 0 0,-1 0 0,6-19 0,-6 32 0,0 0 0,1-1 0,-1 1 0,1 0 0,0 0 0,0 0 0,0 1 0,1-1 0,0 0 0,-1 1 0,1 0 0,0-1 0,1 1 0,-1 0 0,0 1 0,1-1 0,0 1 0,0-1 0,-1 1 0,8-3 0,7 0-227,-1 0-1,1 1 1,0 0-1,0 2 1,31-2-1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6:44.9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42 24477,'530'-42'0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6:48.8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0 114 24558,'2031'127'0,"-2445"-367"0,828 480 0,-855-53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3:08.1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490 3 24575,'-1'0'0,"1"0"0,-1-1 0,0 1 0,1 0 0,-1 0 0,0-1 0,1 1 0,-1 0 0,0 0 0,0 0 0,1 0 0,-1 0 0,0 0 0,1 0 0,-1 0 0,0 0 0,0 0 0,1 0 0,-1 1 0,0-1 0,1 0 0,-1 0 0,0 1 0,1-1 0,-2 1 0,-17 13 0,12-8 0,1 1 0,-1 0 0,1 0 0,0 0 0,1 1 0,0 0 0,0 0 0,-6 16 0,-18 56 0,4 0 0,-22 120 0,46-194 0,-4 15 0,1-1 0,1 1 0,0-1 0,2 1 0,2 39 0,-1-58 0,1 1 0,-1 0 0,1-1 0,0 1 0,0-1 0,0 1 0,0-1 0,0 1 0,0-1 0,1 0 0,1 3 0,-2-4 0,-1-1 0,1 1 0,0 0 0,0-1 0,0 1 0,0 0 0,0-1 0,0 1 0,0-1 0,0 0 0,0 1 0,0-1 0,0 0 0,0 1 0,0-1 0,0 0 0,0 0 0,0 0 0,2 0 0,1-1 0,-1 0 0,1 0 0,-1 0 0,1-1 0,-1 1 0,1-1 0,-1 0 0,0 0 0,0 0 0,0-1 0,0 1 0,0-1 0,3-4 0,13-14 0,-2-1 0,0-1 0,-2 0 0,25-49 0,-21 29 0,-1-1 0,14-53 0,-26 74 0,-1 0 0,0-1 0,-2 1 0,1-37 0,-4 58 0,0 0 0,0-1 0,0 1 0,-1 0 0,1 0 0,0 0 0,-1-1 0,1 1 0,-1 0 0,0 0 0,0 0 0,0 0 0,0 0 0,0 0 0,0 1 0,-1-1 0,1 0 0,0 0 0,-1 1 0,1-1 0,-1 1 0,0-1 0,0 1 0,1 0 0,-1 0 0,0 0 0,0 0 0,0 0 0,0 0 0,0 0 0,-3 0 0,-4 0 0,0 0 0,0 0 0,0 1 0,0 0 0,0 0 0,-15 4 0,-19 3 0,1 2 0,0 2 0,1 2 0,0 1 0,1 2 0,0 2 0,2 2 0,-38 25 0,72-42 0,-1 0 0,1 1 0,0-1 0,0 1 0,0 0 0,-6 8 0,10-12 0,-1 1 0,1-1 0,0 1 0,-1-1 0,1 1 0,0 0 0,0-1 0,-1 1 0,1-1 0,0 1 0,0-1 0,0 1 0,0 0 0,0-1 0,0 1 0,0 0 0,0-1 0,0 1 0,0-1 0,0 1 0,0 0 0,0-1 0,1 1 0,-1-1 0,0 1 0,0-1 0,1 1 0,-1-1 0,0 1 0,1 0 0,-1-1 0,0 0 0,1 1 0,-1-1 0,1 1 0,-1-1 0,1 0 0,-1 1 0,1-1 0,-1 0 0,1 1 0,-1-1 0,1 0 0,0 0 0,-1 1 0,1-1 0,-1 0 0,1 0 0,0 0 0,-1 0 0,1 0 0,0 0 0,37 2 0,-37-2 0,38-4 0,1-1 0,-1-1 0,43-14 0,112-45 0,-180 60 0,98-40 0,-96 37 0,0-1 0,0 0 0,-1-1 0,20-17 0,-33 26 0,0 0 0,-1-1 0,1 1 0,-1-1 0,1 0 0,-1 1 0,0-1 0,1 0 0,-1 0 0,0 0 0,0 0 0,0 0 0,0 0 0,-1 0 0,1 0 0,0-3 0,-1 4 0,0 1 0,0-1 0,0 1 0,0-1 0,-1 1 0,1-1 0,0 1 0,0-1 0,0 1 0,-1-1 0,1 1 0,0-1 0,-1 1 0,1 0 0,0-1 0,-1 1 0,1-1 0,0 1 0,-1 0 0,1-1 0,-1 1 0,1 0 0,0 0 0,-2-1 0,1 1 0,-1-1 0,0 0 0,0 1 0,0 0 0,0 0 0,0-1 0,0 1 0,0 0 0,-3 1 0,-10 2 0,1 1 0,0 0 0,0 1 0,0 1 0,0 0 0,1 1 0,0 0 0,0 1 0,1 1 0,0 0 0,1 0 0,-15 16 0,10-3-1365,8-5-5461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3:09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489 385 24575,'-1'225'0,"2"251"0,3-400 0,0-48 0,-4-28 0,0 0 0,0 1 0,0-1 0,0 0 0,0 0 0,0 0 0,0 0 0,0 0 0,0 0 0,0 0 0,0 0 0,0 0 0,0 0 0,0 0 0,0 1 0,0-1 0,0 0 0,1 0 0,-1 0 0,0 0 0,0 0 0,0 0 0,0 0 0,0 0 0,0 0 0,0 0 0,0 0 0,0 0 0,0 0 0,1 0 0,-1 0 0,0 0 0,0 0 0,0 0 0,0 0 0,0 0 0,0 0 0,0 0 0,0 0 0,0 0 0,0 0 0,1 0 0,-1 0 0,0 0 0,0 0 0,0 0 0,0 0 0,0 0 0,0-1 0,0 1 0,0 0 0,0 0 0,0 0 0,0 0 0,0 0 0,0 0 0,0 0 0,1 0 0,-1 0 0,0 0 0,0 0 0,0 0 0,0-1 0,0 1 0,6-17 0,8-44 0,11-103 0,-8-73 0,-4-474 0,-15 767 0,-2-1 0,-14 63 0,1-7 0,10-45 0,2-17 0,-16 71 0,21-119 0,0 0 0,0 1 0,0-1 0,-1 0 0,1 0 0,0 0 0,-1 0 0,1 0 0,-1 1 0,1-1 0,-1 0 0,0 0 0,1 0 0,-1 0 0,0-1 0,0 1 0,-1 1 0,2-2 0,-1-1 0,0 1 0,1-1 0,-1 1 0,1-1 0,-1 1 0,0-1 0,1 1 0,-1-1 0,1 0 0,0 1 0,-1-1 0,1 0 0,-1 1 0,1-1 0,0 0 0,0 1 0,-1-1 0,1 0 0,0 0 0,0 1 0,0-1 0,0-2 0,-4-18 0,1-1 0,0 0 0,2-24 0,1 28 0,0 0 0,-2 1 0,0-1 0,-1 0 0,-9-32 0,11 49 0,1 0 0,0 0 0,-1 0 0,1 0 0,0 0 0,-1 0 0,1 0 0,-1 0 0,0 0 0,1 1 0,-1-1 0,0 0 0,0 0 0,1 1 0,-1-1 0,0 0 0,0 1 0,0-1 0,0 1 0,0-1 0,-1 0 0,1 1 0,0 0 0,0 0 0,0 0 0,0 1 0,0-1 0,0 0 0,0 0 0,1 1 0,-1-1 0,0 0 0,0 1 0,0-1 0,1 1 0,-1-1 0,0 1 0,0 0 0,1-1 0,-1 1 0,0 1 0,-4 4 0,0 1 0,0 0 0,1 1 0,-5 9 0,-19 52 0,-27 101 0,29-82 0,21-76 0,2-12 0,1-21 0,3-77 0,1 64 0,-6-69 0,4 103 0,0 0 0,0 1 0,-1-1 0,1 0 0,0 0 0,0 1 0,0-1 0,-1 0 0,1 0 0,0 0 0,0 1 0,-1-1 0,1 0 0,0 0 0,0 0 0,-1 0 0,1 1 0,0-1 0,-1 0 0,1 0 0,0 0 0,0 0 0,-1 0 0,1 0 0,0 0 0,-1 0 0,1 0 0,0 0 0,-1 0 0,1 0 0,0 0 0,-1 0 0,1 0 0,0 0 0,0-1 0,-1 1 0,1 0 0,0 0 0,0 0 0,-1 0 0,1-1 0,0 1 0,0 0 0,-1 0 0,1 0 0,0-1 0,0 1 0,0 0 0,-1 0 0,1-1 0,0 1 0,0 0 0,0-1 0,0 1 0,0 0 0,0 0 0,-1-1 0,1 1 0,0 0 0,0-1 0,0 1 0,0-1 0,-16 30 0,14-25 0,-21 48 0,21-48 0,1 0 0,0 0 0,0 0 0,0 0 0,0 0 0,1 0 0,0 0 0,-1 0 0,2 1 0,-1-1 0,1 5 0,-1-8 0,1 0 0,-1 0 0,0 0 0,1 0 0,-1 0 0,0 0 0,1 0 0,0 0 0,-1 0 0,1-1 0,-1 1 0,1 0 0,0 0 0,0-1 0,-1 1 0,1 0 0,0-1 0,0 1 0,0-1 0,0 1 0,0-1 0,0 1 0,0-1 0,1 1 0,0-1 0,0 0 0,1 0 0,-1 0 0,0 0 0,0 0 0,1 0 0,-1-1 0,0 1 0,1-1 0,2-1 0,5-2 0,0-1 0,0 0 0,13-9 0,-22 13 0,19-13 0,0 0 0,-2-2 0,1 0 0,30-36 0,-40 39 0,1 0 0,-1 0 0,-1 0 0,0-1 0,-1-1 0,-1 1 0,0-1 0,6-25 0,-11 36 0,0-1 0,-1 1 0,1 0 0,-1 0 0,0 0 0,0 0 0,0 0 0,0-1 0,-2-5 0,1 8 0,1 1 0,-1 0 0,0-1 0,1 1 0,-1-1 0,0 1 0,0 0 0,0 0 0,0 0 0,0-1 0,0 1 0,-1 0 0,1 0 0,0 1 0,-1-1 0,1 0 0,0 0 0,-1 1 0,1-1 0,-1 0 0,1 1 0,-1 0 0,1-1 0,-1 1 0,1 0 0,-1 0 0,1-1 0,-3 2 0,-4-1 0,0 1 0,0 0 0,1 1 0,-1 0 0,0 1 0,0-1 0,1 1 0,0 1 0,-1-1 0,1 1 0,1 0 0,-11 9 0,-18 12 0,2 1 0,1 1 0,1 2 0,-50 61 0,59-62 0,1 2 0,2 0 0,1 0 0,1 2 0,2 0 0,-13 39 0,24-60 0,1 1 0,0-1 0,1 0 0,0 1 0,-1 21 0,3-30 0,0 0 0,0-1 0,1 1 0,-1 0 0,1-1 0,-1 1 0,1-1 0,0 1 0,0-1 0,0 1 0,0-1 0,1 1 0,-1-1 0,1 0 0,-1 0 0,1 0 0,0 0 0,0 0 0,0 0 0,0 0 0,0-1 0,0 1 0,0-1 0,1 1 0,-1-1 0,0 0 0,1 0 0,-1 0 0,1 0 0,3 0 0,1 1 0,1-1 0,-1-1 0,0 1 0,1-1 0,-1-1 0,0 1 0,1-1 0,-1-1 0,0 1 0,0-1 0,0 0 0,0-1 0,0 0 0,-1 0 0,1 0 0,-1-1 0,0 0 0,0 0 0,10-8 0,-6 3 0,0-1 0,-1 0 0,1 0 0,-2-1 0,0 0 0,0 0 0,-1-1 0,0 0 0,8-22 0,-13 31-72,0-1 1,-1 0-1,0 1 0,1-1 0,-1 0 0,-1 0 0,1 0 0,-1 0 1,1 0-1,-1 0 0,0 0 0,0 0 0,-1 0 0,1 0 0,-1 1 1,0-1-1,0 0 0,-2-5 0,-7-3-6754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2T14:57:04.9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665 347 24575,'-17'0'0,"-1"-1"0,1-1 0,0 0 0,-1-1 0,1-1 0,0-1 0,1 0 0,-1-2 0,1 0 0,0 0 0,1-1 0,-23-17 0,-301-194 0,253 167-1365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BE155727-2E2B-7D2F-52B1-0FEC02D2E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BBBFEEC2-DFA2-7C51-EB2E-869D38DAB1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ED12E188-A603-ED30-F77F-883891A3E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02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68bdccc6f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68bdccc6f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3F477C9F-B6E3-6568-182C-225786C5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F44F035C-E87D-8224-BB72-548BCD4CE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74D0646E-8D8F-16FB-D347-CD16579E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032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5C393825-D2C8-B5E5-4205-FF2B9541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17b8719ecc_0_123:notes">
            <a:extLst>
              <a:ext uri="{FF2B5EF4-FFF2-40B4-BE49-F238E27FC236}">
                <a16:creationId xmlns:a16="http://schemas.microsoft.com/office/drawing/2014/main" id="{0ACB0856-0558-1BF1-2138-2EB1A3F7F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17b8719ecc_0_123:notes">
            <a:extLst>
              <a:ext uri="{FF2B5EF4-FFF2-40B4-BE49-F238E27FC236}">
                <a16:creationId xmlns:a16="http://schemas.microsoft.com/office/drawing/2014/main" id="{A52551F5-7D9B-C0A4-1151-BCD415F61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81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193161DE-F8BC-63BC-5E79-793AF838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FAC75779-0EC5-1A62-28DC-D4C45ADA4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908E20A4-EE2A-DF5D-CCBA-B6B972482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3463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>
          <a:extLst>
            <a:ext uri="{FF2B5EF4-FFF2-40B4-BE49-F238E27FC236}">
              <a16:creationId xmlns:a16="http://schemas.microsoft.com/office/drawing/2014/main" id="{145F7777-C8DC-D065-C91F-3ED7C620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17b8719ecc_0_123:notes">
            <a:extLst>
              <a:ext uri="{FF2B5EF4-FFF2-40B4-BE49-F238E27FC236}">
                <a16:creationId xmlns:a16="http://schemas.microsoft.com/office/drawing/2014/main" id="{C1098FA3-35AB-616E-0BC9-807BD373F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17b8719ecc_0_123:notes">
            <a:extLst>
              <a:ext uri="{FF2B5EF4-FFF2-40B4-BE49-F238E27FC236}">
                <a16:creationId xmlns:a16="http://schemas.microsoft.com/office/drawing/2014/main" id="{C4EDC23B-3E78-3452-B8F0-63522280C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914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F4602320-C541-1D9F-393F-EE3A3A857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93040343-094D-6CF8-6B38-99D7D2919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B3551914-EB1A-F249-31D7-14A3C8354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887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3F477C9F-B6E3-6568-182C-225786C5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F44F035C-E87D-8224-BB72-548BCD4CEE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74D0646E-8D8F-16FB-D347-CD16579E79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1032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E5E8F699-35AB-B4F8-D703-50F42336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407FAC78-9800-3E10-8059-921E489BC6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FA1E934F-E300-5394-51CA-455955998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475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F0CB70A8-03DF-39CA-9443-B116ADCE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B53238F0-8290-7785-1A8C-BD3175538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F8A7B008-EF37-9446-6919-E66E1CE46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1201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3715AF2C-6472-B701-E183-D9ADF6EE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15BB10A1-6EA3-C144-04DB-EF67A5199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4A83C349-492F-B775-18F5-0F165EDCB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855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CFEB3C3F-4819-6F60-A30E-50E1C2B67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94227D5B-46BF-4ED4-41A0-3CD9FC176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9A1B659E-DF8B-86EC-0F62-C954067CB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2451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>
          <a:extLst>
            <a:ext uri="{FF2B5EF4-FFF2-40B4-BE49-F238E27FC236}">
              <a16:creationId xmlns:a16="http://schemas.microsoft.com/office/drawing/2014/main" id="{D0D9843C-4017-9FE1-EAD3-C5F8C3A2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54dda1946d_6_332:notes">
            <a:extLst>
              <a:ext uri="{FF2B5EF4-FFF2-40B4-BE49-F238E27FC236}">
                <a16:creationId xmlns:a16="http://schemas.microsoft.com/office/drawing/2014/main" id="{12E1B278-6A04-011B-5012-C75ED67B3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54dda1946d_6_332:notes">
            <a:extLst>
              <a:ext uri="{FF2B5EF4-FFF2-40B4-BE49-F238E27FC236}">
                <a16:creationId xmlns:a16="http://schemas.microsoft.com/office/drawing/2014/main" id="{071014BA-04A9-4FFD-05AD-10ADD2F7A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94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3A84D729-DE74-CF48-4935-7A9BD2CD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73A9190A-3D9B-36C3-DFC0-F06F23A3A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F6BDFF12-9457-CC97-7DF1-2A1E5C23DB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011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>
          <a:extLst>
            <a:ext uri="{FF2B5EF4-FFF2-40B4-BE49-F238E27FC236}">
              <a16:creationId xmlns:a16="http://schemas.microsoft.com/office/drawing/2014/main" id="{6811B79D-57EF-3CE3-2F06-BE0890DA0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dd46dd1d67_2_512:notes">
            <a:extLst>
              <a:ext uri="{FF2B5EF4-FFF2-40B4-BE49-F238E27FC236}">
                <a16:creationId xmlns:a16="http://schemas.microsoft.com/office/drawing/2014/main" id="{74769036-04D6-2D07-8575-C2EF4A942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dd46dd1d67_2_512:notes">
            <a:extLst>
              <a:ext uri="{FF2B5EF4-FFF2-40B4-BE49-F238E27FC236}">
                <a16:creationId xmlns:a16="http://schemas.microsoft.com/office/drawing/2014/main" id="{B184DDC3-DC8E-2FE5-88D6-ED914AB65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7463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>
          <a:extLst>
            <a:ext uri="{FF2B5EF4-FFF2-40B4-BE49-F238E27FC236}">
              <a16:creationId xmlns:a16="http://schemas.microsoft.com/office/drawing/2014/main" id="{62A5F6CB-3154-52AA-B43D-080DCDE31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340135a080_0_2:notes">
            <a:extLst>
              <a:ext uri="{FF2B5EF4-FFF2-40B4-BE49-F238E27FC236}">
                <a16:creationId xmlns:a16="http://schemas.microsoft.com/office/drawing/2014/main" id="{7D145DF9-7FE0-E714-C65A-51B6F01C4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340135a080_0_2:notes">
            <a:extLst>
              <a:ext uri="{FF2B5EF4-FFF2-40B4-BE49-F238E27FC236}">
                <a16:creationId xmlns:a16="http://schemas.microsoft.com/office/drawing/2014/main" id="{02502E85-EB36-2E48-9352-FF2F4561B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5653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3" name="Image 2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5B2BC3F5-18D2-E759-02B5-41601DE7A8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1EF182AA-A1B0-6AE6-4B96-6D39DCBF9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B017EABA-220E-B7B5-D919-A1DFEF41C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3BEB7180-6A4A-0887-9047-4383A7DA7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7229069" y="112199"/>
            <a:ext cx="1749287" cy="259878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A4C172DF-B788-69C7-FC57-EB01FC121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768FC53D-450C-93A1-D621-D2A4CF6DA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50BE8A1B-12E5-F9E0-0BB8-246693B64C8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1_Title and 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5175885" y="1203900"/>
            <a:ext cx="3198300" cy="15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1"/>
          </p:nvPr>
        </p:nvSpPr>
        <p:spPr>
          <a:xfrm>
            <a:off x="5175885" y="2706062"/>
            <a:ext cx="3198300" cy="14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>
            <a:spLocks noGrp="1"/>
          </p:cNvSpPr>
          <p:nvPr>
            <p:ph type="pic" idx="2"/>
          </p:nvPr>
        </p:nvSpPr>
        <p:spPr>
          <a:xfrm>
            <a:off x="-5383" y="0"/>
            <a:ext cx="4650000" cy="51435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pic>
        <p:nvPicPr>
          <p:cNvPr id="3" name="Image 2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8B1C0416-AAAC-38B3-12A8-127E1335C6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7222445" y="112199"/>
            <a:ext cx="1749287" cy="259878"/>
          </a:xfrm>
          <a:prstGeom prst="rect">
            <a:avLst/>
          </a:pr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5FA088A9-BC8C-5288-7D22-E4813A5D0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47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" name="Image 2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B926A4A1-6162-6412-4570-16E8C0138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7222445" y="112199"/>
            <a:ext cx="1749287" cy="2598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 userDrawn="1">
  <p:cSld name="CUSTOM_7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 dirty="0"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pic>
        <p:nvPicPr>
          <p:cNvPr id="3" name="Image 2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CA0DCE83-378E-6F7C-3C70-826649786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2" name="Espace réservé du numéro de diapositive 5">
            <a:extLst>
              <a:ext uri="{FF2B5EF4-FFF2-40B4-BE49-F238E27FC236}">
                <a16:creationId xmlns:a16="http://schemas.microsoft.com/office/drawing/2014/main" id="{58880A73-2146-FD6D-A727-3834104135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848FFFC-1C88-E636-9BF3-B9D4352A5D88}"/>
              </a:ext>
            </a:extLst>
          </p:cNvPr>
          <p:cNvSpPr txBox="1"/>
          <p:nvPr userDrawn="1"/>
        </p:nvSpPr>
        <p:spPr>
          <a:xfrm>
            <a:off x="3501656" y="1769325"/>
            <a:ext cx="1952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2"/>
              </a:buClr>
              <a:buSzPct val="120000"/>
              <a:buFont typeface="Arial" panose="020B0604020202020204" pitchFamily="34" charset="0"/>
              <a:buChar char="●"/>
            </a:pPr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06748060-6D23-9B39-C434-416775775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45ED908-BA91-1638-CB81-3D7789441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64" name="Google Shape;264;p27"/>
          <p:cNvSpPr txBox="1">
            <a:spLocks noGrp="1"/>
          </p:cNvSpPr>
          <p:nvPr>
            <p:ph type="subTitle" idx="1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51056D57-B3BE-FA63-0086-AC8DE55B32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ECE6E309-524F-C410-9DBD-F3AFCB7337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949EA2B2-AA30-D56E-ADD6-731FC82A0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1F4E1285-B118-3DA3-72EF-56F07CAC6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Image 1" descr="Une image contenant blanc, conception&#10;&#10;Le contenu généré par l’IA peut être incorrect.">
            <a:extLst>
              <a:ext uri="{FF2B5EF4-FFF2-40B4-BE49-F238E27FC236}">
                <a16:creationId xmlns:a16="http://schemas.microsoft.com/office/drawing/2014/main" id="{E1DCD8ED-F8A5-5074-163D-4C691FF742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675" t="40917" r="14448" b="40363"/>
          <a:stretch>
            <a:fillRect/>
          </a:stretch>
        </p:blipFill>
        <p:spPr>
          <a:xfrm>
            <a:off x="99392" y="112199"/>
            <a:ext cx="1749287" cy="259878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35153FE-AD62-A710-5740-DB825D48B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7544-35C1-9C94-4C10-A34C2D82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4B3D6AC-FFDB-6D69-85BB-7D97635D2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07696" y="491730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3495B-1BFE-473E-A5FE-9D46EE4531F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47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6CC9C6F-8CAF-6CBA-3E98-A2960F372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87473-BA12-493A-AE90-4E0FE688EFD7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9" r:id="rId4"/>
    <p:sldLayoutId id="2147483680" r:id="rId5"/>
    <p:sldLayoutId id="2147483662" r:id="rId6"/>
    <p:sldLayoutId id="2147483669" r:id="rId7"/>
    <p:sldLayoutId id="2147483672" r:id="rId8"/>
    <p:sldLayoutId id="2147483673" r:id="rId9"/>
    <p:sldLayoutId id="2147483674" r:id="rId10"/>
    <p:sldLayoutId id="2147483675" r:id="rId11"/>
    <p:sldLayoutId id="214748368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3.xml"/><Relationship Id="rId18" Type="http://schemas.openxmlformats.org/officeDocument/2006/relationships/image" Target="../media/image14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customXml" Target="../ink/ink11.xml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402616-3509-CE3F-CB6C-CAC3953FC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PULS EVENTS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8F4AE62-C6CB-CA90-2537-343BFE3F2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Projet 7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4D78D5AD-09CE-729D-55C5-0631E438C058}"/>
              </a:ext>
            </a:extLst>
          </p:cNvPr>
          <p:cNvSpPr txBox="1">
            <a:spLocks/>
          </p:cNvSpPr>
          <p:nvPr/>
        </p:nvSpPr>
        <p:spPr>
          <a:xfrm>
            <a:off x="6897061" y="4152720"/>
            <a:ext cx="1495724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None/>
              <a:defRPr sz="18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r>
              <a:rPr lang="fr-FR" dirty="0"/>
              <a:t>Célia </a:t>
            </a:r>
            <a:r>
              <a:rPr lang="fr-FR" dirty="0" err="1"/>
              <a:t>Priol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6178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5B3F8D22-6263-5D0A-52CB-548C3E8D3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7">
            <a:extLst>
              <a:ext uri="{FF2B5EF4-FFF2-40B4-BE49-F238E27FC236}">
                <a16:creationId xmlns:a16="http://schemas.microsoft.com/office/drawing/2014/main" id="{7486642F-2688-7250-6B7D-EB5BFEEA2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Présentation du sujet</a:t>
            </a:r>
            <a:endParaRPr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3435A60A-EEBE-A852-B0DB-7F6ECFCCB9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2</a:t>
            </a:fld>
            <a:endParaRPr lang="fr-FR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4A61CB0A-F7A3-6E74-B18E-5B59FC1EF736}"/>
              </a:ext>
            </a:extLst>
          </p:cNvPr>
          <p:cNvGrpSpPr/>
          <p:nvPr/>
        </p:nvGrpSpPr>
        <p:grpSpPr>
          <a:xfrm>
            <a:off x="1328551" y="2786911"/>
            <a:ext cx="5070515" cy="1428486"/>
            <a:chOff x="543691" y="2207791"/>
            <a:chExt cx="5070515" cy="1428486"/>
          </a:xfrm>
        </p:grpSpPr>
        <p:grpSp>
          <p:nvGrpSpPr>
            <p:cNvPr id="41" name="Groupe 40">
              <a:extLst>
                <a:ext uri="{FF2B5EF4-FFF2-40B4-BE49-F238E27FC236}">
                  <a16:creationId xmlns:a16="http://schemas.microsoft.com/office/drawing/2014/main" id="{EE2220FC-84CC-6012-FA8D-D6E6BAA7E4F8}"/>
                </a:ext>
              </a:extLst>
            </p:cNvPr>
            <p:cNvGrpSpPr/>
            <p:nvPr/>
          </p:nvGrpSpPr>
          <p:grpSpPr>
            <a:xfrm>
              <a:off x="543691" y="2207791"/>
              <a:ext cx="3911157" cy="376651"/>
              <a:chOff x="543691" y="2207791"/>
              <a:chExt cx="3911157" cy="376651"/>
            </a:xfrm>
          </p:grpSpPr>
          <p:grpSp>
            <p:nvGrpSpPr>
              <p:cNvPr id="4" name="Google Shape;10042;p77">
                <a:extLst>
                  <a:ext uri="{FF2B5EF4-FFF2-40B4-BE49-F238E27FC236}">
                    <a16:creationId xmlns:a16="http://schemas.microsoft.com/office/drawing/2014/main" id="{A62D76CD-8925-261A-D441-1A17A0E406FE}"/>
                  </a:ext>
                </a:extLst>
              </p:cNvPr>
              <p:cNvGrpSpPr/>
              <p:nvPr/>
            </p:nvGrpSpPr>
            <p:grpSpPr>
              <a:xfrm>
                <a:off x="543691" y="2207791"/>
                <a:ext cx="352617" cy="353193"/>
                <a:chOff x="-30805300" y="2298675"/>
                <a:chExt cx="290650" cy="291125"/>
              </a:xfrm>
            </p:grpSpPr>
            <p:sp>
              <p:nvSpPr>
                <p:cNvPr id="8" name="Google Shape;10043;p77">
                  <a:extLst>
                    <a:ext uri="{FF2B5EF4-FFF2-40B4-BE49-F238E27FC236}">
                      <a16:creationId xmlns:a16="http://schemas.microsoft.com/office/drawing/2014/main" id="{9D3B84C9-422E-8EC2-AC65-2B5C3E4EDDD7}"/>
                    </a:ext>
                  </a:extLst>
                </p:cNvPr>
                <p:cNvSpPr/>
                <p:nvPr/>
              </p:nvSpPr>
              <p:spPr>
                <a:xfrm>
                  <a:off x="-30720225" y="24191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11" name="Google Shape;10044;p77">
                  <a:extLst>
                    <a:ext uri="{FF2B5EF4-FFF2-40B4-BE49-F238E27FC236}">
                      <a16:creationId xmlns:a16="http://schemas.microsoft.com/office/drawing/2014/main" id="{60B09725-AA56-2BF9-7D72-DAAF95231A70}"/>
                    </a:ext>
                  </a:extLst>
                </p:cNvPr>
                <p:cNvSpPr/>
                <p:nvPr/>
              </p:nvSpPr>
              <p:spPr>
                <a:xfrm>
                  <a:off x="-30635175" y="2453250"/>
                  <a:ext cx="87450" cy="69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2765" extrusionOk="0">
                      <a:moveTo>
                        <a:pt x="3124" y="0"/>
                      </a:moveTo>
                      <a:cubicBezTo>
                        <a:pt x="3033" y="0"/>
                        <a:pt x="2946" y="40"/>
                        <a:pt x="2899" y="118"/>
                      </a:cubicBezTo>
                      <a:lnTo>
                        <a:pt x="1040" y="1946"/>
                      </a:lnTo>
                      <a:lnTo>
                        <a:pt x="599" y="1505"/>
                      </a:lnTo>
                      <a:cubicBezTo>
                        <a:pt x="536" y="1442"/>
                        <a:pt x="450" y="1410"/>
                        <a:pt x="363" y="1410"/>
                      </a:cubicBezTo>
                      <a:cubicBezTo>
                        <a:pt x="276" y="1410"/>
                        <a:pt x="190" y="1442"/>
                        <a:pt x="127" y="1505"/>
                      </a:cubicBezTo>
                      <a:cubicBezTo>
                        <a:pt x="1" y="1631"/>
                        <a:pt x="1" y="1851"/>
                        <a:pt x="127" y="1977"/>
                      </a:cubicBezTo>
                      <a:lnTo>
                        <a:pt x="788" y="2639"/>
                      </a:lnTo>
                      <a:cubicBezTo>
                        <a:pt x="883" y="2733"/>
                        <a:pt x="977" y="2765"/>
                        <a:pt x="1040" y="2765"/>
                      </a:cubicBezTo>
                      <a:cubicBezTo>
                        <a:pt x="1103" y="2765"/>
                        <a:pt x="1198" y="2733"/>
                        <a:pt x="1261" y="2639"/>
                      </a:cubicBezTo>
                      <a:lnTo>
                        <a:pt x="3372" y="591"/>
                      </a:lnTo>
                      <a:cubicBezTo>
                        <a:pt x="3498" y="496"/>
                        <a:pt x="3498" y="244"/>
                        <a:pt x="3372" y="118"/>
                      </a:cubicBezTo>
                      <a:cubicBezTo>
                        <a:pt x="3309" y="40"/>
                        <a:pt x="3214" y="0"/>
                        <a:pt x="31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14" name="Google Shape;10045;p77">
                  <a:extLst>
                    <a:ext uri="{FF2B5EF4-FFF2-40B4-BE49-F238E27FC236}">
                      <a16:creationId xmlns:a16="http://schemas.microsoft.com/office/drawing/2014/main" id="{1A00C362-EA53-8841-1BF9-236F1DF72517}"/>
                    </a:ext>
                  </a:extLst>
                </p:cNvPr>
                <p:cNvSpPr/>
                <p:nvPr/>
              </p:nvSpPr>
              <p:spPr>
                <a:xfrm>
                  <a:off x="-30805300" y="2298675"/>
                  <a:ext cx="290650" cy="29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26" h="11645" extrusionOk="0">
                      <a:moveTo>
                        <a:pt x="5797" y="630"/>
                      </a:moveTo>
                      <a:cubicBezTo>
                        <a:pt x="6333" y="630"/>
                        <a:pt x="6806" y="1103"/>
                        <a:pt x="6806" y="1670"/>
                      </a:cubicBezTo>
                      <a:lnTo>
                        <a:pt x="6806" y="4096"/>
                      </a:lnTo>
                      <a:lnTo>
                        <a:pt x="6459" y="4096"/>
                      </a:lnTo>
                      <a:cubicBezTo>
                        <a:pt x="5514" y="4096"/>
                        <a:pt x="4758" y="4852"/>
                        <a:pt x="4758" y="5797"/>
                      </a:cubicBezTo>
                      <a:lnTo>
                        <a:pt x="4758" y="6144"/>
                      </a:lnTo>
                      <a:lnTo>
                        <a:pt x="3088" y="6144"/>
                      </a:lnTo>
                      <a:lnTo>
                        <a:pt x="3088" y="6207"/>
                      </a:lnTo>
                      <a:cubicBezTo>
                        <a:pt x="2993" y="6207"/>
                        <a:pt x="2930" y="6238"/>
                        <a:pt x="2836" y="6270"/>
                      </a:cubicBezTo>
                      <a:lnTo>
                        <a:pt x="2017" y="7057"/>
                      </a:lnTo>
                      <a:lnTo>
                        <a:pt x="2017" y="6490"/>
                      </a:lnTo>
                      <a:cubicBezTo>
                        <a:pt x="2017" y="6301"/>
                        <a:pt x="1859" y="6144"/>
                        <a:pt x="1670" y="6144"/>
                      </a:cubicBezTo>
                      <a:cubicBezTo>
                        <a:pt x="1103" y="6144"/>
                        <a:pt x="631" y="5671"/>
                        <a:pt x="631" y="5136"/>
                      </a:cubicBezTo>
                      <a:lnTo>
                        <a:pt x="631" y="1670"/>
                      </a:lnTo>
                      <a:cubicBezTo>
                        <a:pt x="631" y="1103"/>
                        <a:pt x="1103" y="630"/>
                        <a:pt x="1670" y="630"/>
                      </a:cubicBezTo>
                      <a:close/>
                      <a:moveTo>
                        <a:pt x="9925" y="4852"/>
                      </a:moveTo>
                      <a:cubicBezTo>
                        <a:pt x="10492" y="4852"/>
                        <a:pt x="10964" y="5325"/>
                        <a:pt x="10964" y="5860"/>
                      </a:cubicBezTo>
                      <a:lnTo>
                        <a:pt x="10964" y="8601"/>
                      </a:lnTo>
                      <a:cubicBezTo>
                        <a:pt x="10964" y="9137"/>
                        <a:pt x="10492" y="9609"/>
                        <a:pt x="9925" y="9609"/>
                      </a:cubicBezTo>
                      <a:lnTo>
                        <a:pt x="8538" y="9609"/>
                      </a:lnTo>
                      <a:cubicBezTo>
                        <a:pt x="8475" y="9609"/>
                        <a:pt x="8349" y="9672"/>
                        <a:pt x="8318" y="9735"/>
                      </a:cubicBezTo>
                      <a:lnTo>
                        <a:pt x="7530" y="10523"/>
                      </a:lnTo>
                      <a:lnTo>
                        <a:pt x="7530" y="9987"/>
                      </a:lnTo>
                      <a:cubicBezTo>
                        <a:pt x="7530" y="9767"/>
                        <a:pt x="7373" y="9609"/>
                        <a:pt x="7184" y="9609"/>
                      </a:cubicBezTo>
                      <a:lnTo>
                        <a:pt x="6491" y="9609"/>
                      </a:lnTo>
                      <a:cubicBezTo>
                        <a:pt x="5955" y="9609"/>
                        <a:pt x="5482" y="9137"/>
                        <a:pt x="5482" y="8601"/>
                      </a:cubicBezTo>
                      <a:lnTo>
                        <a:pt x="5482" y="5860"/>
                      </a:lnTo>
                      <a:cubicBezTo>
                        <a:pt x="5482" y="5325"/>
                        <a:pt x="5955" y="4852"/>
                        <a:pt x="6491" y="4852"/>
                      </a:cubicBezTo>
                      <a:close/>
                      <a:moveTo>
                        <a:pt x="1702" y="0"/>
                      </a:moveTo>
                      <a:cubicBezTo>
                        <a:pt x="757" y="0"/>
                        <a:pt x="1" y="756"/>
                        <a:pt x="1" y="1702"/>
                      </a:cubicBezTo>
                      <a:lnTo>
                        <a:pt x="1" y="5167"/>
                      </a:lnTo>
                      <a:cubicBezTo>
                        <a:pt x="1" y="5986"/>
                        <a:pt x="599" y="6711"/>
                        <a:pt x="1387" y="6868"/>
                      </a:cubicBezTo>
                      <a:lnTo>
                        <a:pt x="1387" y="7940"/>
                      </a:lnTo>
                      <a:cubicBezTo>
                        <a:pt x="1387" y="8034"/>
                        <a:pt x="1450" y="8192"/>
                        <a:pt x="1576" y="8255"/>
                      </a:cubicBezTo>
                      <a:cubicBezTo>
                        <a:pt x="1618" y="8265"/>
                        <a:pt x="1663" y="8272"/>
                        <a:pt x="1708" y="8272"/>
                      </a:cubicBezTo>
                      <a:cubicBezTo>
                        <a:pt x="1796" y="8272"/>
                        <a:pt x="1880" y="8244"/>
                        <a:pt x="1922" y="8160"/>
                      </a:cubicBezTo>
                      <a:lnTo>
                        <a:pt x="3246" y="6900"/>
                      </a:lnTo>
                      <a:lnTo>
                        <a:pt x="4821" y="6900"/>
                      </a:lnTo>
                      <a:lnTo>
                        <a:pt x="4821" y="8601"/>
                      </a:lnTo>
                      <a:cubicBezTo>
                        <a:pt x="4821" y="9546"/>
                        <a:pt x="5545" y="10302"/>
                        <a:pt x="6491" y="10302"/>
                      </a:cubicBezTo>
                      <a:lnTo>
                        <a:pt x="6869" y="10302"/>
                      </a:lnTo>
                      <a:lnTo>
                        <a:pt x="6869" y="11311"/>
                      </a:lnTo>
                      <a:cubicBezTo>
                        <a:pt x="6869" y="11468"/>
                        <a:pt x="6932" y="11594"/>
                        <a:pt x="7058" y="11626"/>
                      </a:cubicBezTo>
                      <a:cubicBezTo>
                        <a:pt x="7104" y="11637"/>
                        <a:pt x="7154" y="11644"/>
                        <a:pt x="7202" y="11644"/>
                      </a:cubicBezTo>
                      <a:cubicBezTo>
                        <a:pt x="7286" y="11644"/>
                        <a:pt x="7364" y="11623"/>
                        <a:pt x="7404" y="11563"/>
                      </a:cubicBezTo>
                      <a:lnTo>
                        <a:pt x="8664" y="10302"/>
                      </a:lnTo>
                      <a:lnTo>
                        <a:pt x="9925" y="10302"/>
                      </a:lnTo>
                      <a:cubicBezTo>
                        <a:pt x="10870" y="10302"/>
                        <a:pt x="11626" y="9546"/>
                        <a:pt x="11626" y="8601"/>
                      </a:cubicBezTo>
                      <a:lnTo>
                        <a:pt x="11626" y="5892"/>
                      </a:lnTo>
                      <a:cubicBezTo>
                        <a:pt x="11626" y="4884"/>
                        <a:pt x="10870" y="4159"/>
                        <a:pt x="9925" y="4159"/>
                      </a:cubicBezTo>
                      <a:lnTo>
                        <a:pt x="7530" y="4159"/>
                      </a:lnTo>
                      <a:lnTo>
                        <a:pt x="7530" y="1702"/>
                      </a:lnTo>
                      <a:cubicBezTo>
                        <a:pt x="7530" y="756"/>
                        <a:pt x="6774" y="0"/>
                        <a:pt x="582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18" name="Google Shape;10046;p77">
                  <a:extLst>
                    <a:ext uri="{FF2B5EF4-FFF2-40B4-BE49-F238E27FC236}">
                      <a16:creationId xmlns:a16="http://schemas.microsoft.com/office/drawing/2014/main" id="{22B02958-99E1-2DB7-A6BA-D359154436EA}"/>
                    </a:ext>
                  </a:extLst>
                </p:cNvPr>
                <p:cNvSpPr/>
                <p:nvPr/>
              </p:nvSpPr>
              <p:spPr>
                <a:xfrm>
                  <a:off x="-30737575" y="2332550"/>
                  <a:ext cx="536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4" h="2773" extrusionOk="0">
                      <a:moveTo>
                        <a:pt x="1041" y="0"/>
                      </a:moveTo>
                      <a:cubicBezTo>
                        <a:pt x="474" y="0"/>
                        <a:pt x="1" y="473"/>
                        <a:pt x="1" y="1008"/>
                      </a:cubicBezTo>
                      <a:cubicBezTo>
                        <a:pt x="1" y="1197"/>
                        <a:pt x="158" y="1355"/>
                        <a:pt x="379" y="1355"/>
                      </a:cubicBezTo>
                      <a:cubicBezTo>
                        <a:pt x="568" y="1355"/>
                        <a:pt x="726" y="1197"/>
                        <a:pt x="726" y="1008"/>
                      </a:cubicBezTo>
                      <a:cubicBezTo>
                        <a:pt x="726" y="819"/>
                        <a:pt x="883" y="662"/>
                        <a:pt x="1072" y="662"/>
                      </a:cubicBezTo>
                      <a:cubicBezTo>
                        <a:pt x="1293" y="662"/>
                        <a:pt x="1450" y="819"/>
                        <a:pt x="1450" y="1008"/>
                      </a:cubicBezTo>
                      <a:cubicBezTo>
                        <a:pt x="1450" y="1103"/>
                        <a:pt x="1324" y="1292"/>
                        <a:pt x="1198" y="1323"/>
                      </a:cubicBezTo>
                      <a:cubicBezTo>
                        <a:pt x="915" y="1449"/>
                        <a:pt x="757" y="1701"/>
                        <a:pt x="757" y="1953"/>
                      </a:cubicBezTo>
                      <a:lnTo>
                        <a:pt x="757" y="2426"/>
                      </a:lnTo>
                      <a:cubicBezTo>
                        <a:pt x="757" y="2615"/>
                        <a:pt x="915" y="2772"/>
                        <a:pt x="1135" y="2772"/>
                      </a:cubicBezTo>
                      <a:cubicBezTo>
                        <a:pt x="1324" y="2772"/>
                        <a:pt x="1482" y="2615"/>
                        <a:pt x="1482" y="2426"/>
                      </a:cubicBezTo>
                      <a:lnTo>
                        <a:pt x="1482" y="1953"/>
                      </a:lnTo>
                      <a:cubicBezTo>
                        <a:pt x="1860" y="1796"/>
                        <a:pt x="2143" y="1418"/>
                        <a:pt x="2143" y="1008"/>
                      </a:cubicBezTo>
                      <a:cubicBezTo>
                        <a:pt x="2049" y="473"/>
                        <a:pt x="1576" y="0"/>
                        <a:pt x="10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</p:grpSp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E0F07EB-A81C-6701-92A4-C351F09CBED6}"/>
                  </a:ext>
                </a:extLst>
              </p:cNvPr>
              <p:cNvSpPr txBox="1"/>
              <p:nvPr/>
            </p:nvSpPr>
            <p:spPr>
              <a:xfrm>
                <a:off x="896308" y="2215110"/>
                <a:ext cx="35585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b="1" dirty="0">
                    <a:latin typeface="Figtree Black" panose="020B0604020202020204" charset="0"/>
                  </a:rPr>
                  <a:t>Création </a:t>
                </a:r>
                <a:r>
                  <a:rPr lang="fr-FR" sz="1800" b="1" dirty="0">
                    <a:latin typeface="Figtree Black" panose="020B0604020202020204" charset="0"/>
                  </a:rPr>
                  <a:t>d’un</a:t>
                </a:r>
                <a:r>
                  <a:rPr lang="fr-FR" sz="1600" b="1" dirty="0">
                    <a:latin typeface="Figtree Black" panose="020B0604020202020204" charset="0"/>
                  </a:rPr>
                  <a:t> </a:t>
                </a:r>
                <a:r>
                  <a:rPr lang="fr-FR" sz="1600" b="1" dirty="0" err="1">
                    <a:latin typeface="Figtree Black" panose="020B0604020202020204" charset="0"/>
                  </a:rPr>
                  <a:t>chatbot</a:t>
                </a:r>
                <a:r>
                  <a:rPr lang="fr-FR" sz="1600" b="1" dirty="0">
                    <a:latin typeface="Figtree Black" panose="020B0604020202020204" charset="0"/>
                  </a:rPr>
                  <a:t> culturel</a:t>
                </a:r>
              </a:p>
            </p:txBody>
          </p:sp>
        </p:grp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F01E686F-9EEC-5528-65E4-7E046E19C8FC}"/>
                </a:ext>
              </a:extLst>
            </p:cNvPr>
            <p:cNvSpPr txBox="1"/>
            <p:nvPr/>
          </p:nvSpPr>
          <p:spPr>
            <a:xfrm>
              <a:off x="803134" y="2589837"/>
              <a:ext cx="4811072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sz="1600" dirty="0"/>
                <a:t>Questions / réponses en langage naturel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sz="1600" dirty="0"/>
                <a:t>Basé sur un système RAG</a:t>
              </a:r>
            </a:p>
            <a:p>
              <a:endParaRPr lang="fr-FR" dirty="0"/>
            </a:p>
          </p:txBody>
        </p:sp>
      </p:grpSp>
      <p:grpSp>
        <p:nvGrpSpPr>
          <p:cNvPr id="513" name="Groupe 512">
            <a:extLst>
              <a:ext uri="{FF2B5EF4-FFF2-40B4-BE49-F238E27FC236}">
                <a16:creationId xmlns:a16="http://schemas.microsoft.com/office/drawing/2014/main" id="{B07CD5A0-233B-B297-296E-F0C7FFCA700D}"/>
              </a:ext>
            </a:extLst>
          </p:cNvPr>
          <p:cNvGrpSpPr/>
          <p:nvPr/>
        </p:nvGrpSpPr>
        <p:grpSpPr>
          <a:xfrm>
            <a:off x="1301014" y="1614425"/>
            <a:ext cx="5098052" cy="813598"/>
            <a:chOff x="516154" y="1500125"/>
            <a:chExt cx="5098052" cy="813598"/>
          </a:xfrm>
        </p:grpSpPr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FE40C146-71DC-92B6-6597-00737B22BAFA}"/>
                </a:ext>
              </a:extLst>
            </p:cNvPr>
            <p:cNvGrpSpPr/>
            <p:nvPr/>
          </p:nvGrpSpPr>
          <p:grpSpPr>
            <a:xfrm>
              <a:off x="803134" y="1500125"/>
              <a:ext cx="4811072" cy="813598"/>
              <a:chOff x="803134" y="2192250"/>
              <a:chExt cx="4811072" cy="813598"/>
            </a:xfrm>
          </p:grpSpPr>
          <p:sp>
            <p:nvSpPr>
              <p:cNvPr id="48" name="ZoneTexte 47">
                <a:extLst>
                  <a:ext uri="{FF2B5EF4-FFF2-40B4-BE49-F238E27FC236}">
                    <a16:creationId xmlns:a16="http://schemas.microsoft.com/office/drawing/2014/main" id="{E1DAEC38-A425-A458-82A4-055E046D57BB}"/>
                  </a:ext>
                </a:extLst>
              </p:cNvPr>
              <p:cNvSpPr txBox="1"/>
              <p:nvPr/>
            </p:nvSpPr>
            <p:spPr>
              <a:xfrm>
                <a:off x="896308" y="2192250"/>
                <a:ext cx="35585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b="1" dirty="0" err="1">
                    <a:latin typeface="Figtree Black" panose="020B0604020202020204" charset="0"/>
                  </a:rPr>
                  <a:t>Puls</a:t>
                </a:r>
                <a:r>
                  <a:rPr lang="fr-FR" sz="1800" b="1" dirty="0">
                    <a:latin typeface="Figtree Black" panose="020B0604020202020204" charset="0"/>
                  </a:rPr>
                  <a:t>-Events</a:t>
                </a:r>
              </a:p>
            </p:txBody>
          </p:sp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2B5B5111-DCFE-F538-40FE-9791CFE52988}"/>
                  </a:ext>
                </a:extLst>
              </p:cNvPr>
              <p:cNvSpPr txBox="1"/>
              <p:nvPr/>
            </p:nvSpPr>
            <p:spPr>
              <a:xfrm>
                <a:off x="803134" y="2589837"/>
                <a:ext cx="4811072" cy="416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fr-FR" sz="1600" dirty="0"/>
                  <a:t>Plateforme de recommandation culturelle</a:t>
                </a:r>
              </a:p>
            </p:txBody>
          </p:sp>
        </p:grpSp>
        <p:grpSp>
          <p:nvGrpSpPr>
            <p:cNvPr id="61" name="Google Shape;9801;p76">
              <a:extLst>
                <a:ext uri="{FF2B5EF4-FFF2-40B4-BE49-F238E27FC236}">
                  <a16:creationId xmlns:a16="http://schemas.microsoft.com/office/drawing/2014/main" id="{4400EEA2-C057-7B7E-BBFC-728F6243D670}"/>
                </a:ext>
              </a:extLst>
            </p:cNvPr>
            <p:cNvGrpSpPr/>
            <p:nvPr/>
          </p:nvGrpSpPr>
          <p:grpSpPr>
            <a:xfrm>
              <a:off x="516154" y="1511897"/>
              <a:ext cx="349457" cy="348542"/>
              <a:chOff x="3599700" y="1954475"/>
              <a:chExt cx="296175" cy="295400"/>
            </a:xfrm>
          </p:grpSpPr>
          <p:sp>
            <p:nvSpPr>
              <p:cNvPr id="62" name="Google Shape;9802;p76">
                <a:extLst>
                  <a:ext uri="{FF2B5EF4-FFF2-40B4-BE49-F238E27FC236}">
                    <a16:creationId xmlns:a16="http://schemas.microsoft.com/office/drawing/2014/main" id="{96280166-2D13-4166-467E-907C0748BE44}"/>
                  </a:ext>
                </a:extLst>
              </p:cNvPr>
              <p:cNvSpPr/>
              <p:nvPr/>
            </p:nvSpPr>
            <p:spPr>
              <a:xfrm>
                <a:off x="3599700" y="1954475"/>
                <a:ext cx="296175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6" extrusionOk="0">
                    <a:moveTo>
                      <a:pt x="3151" y="694"/>
                    </a:moveTo>
                    <a:cubicBezTo>
                      <a:pt x="3718" y="694"/>
                      <a:pt x="4159" y="1166"/>
                      <a:pt x="4159" y="1734"/>
                    </a:cubicBezTo>
                    <a:cubicBezTo>
                      <a:pt x="4159" y="2301"/>
                      <a:pt x="3686" y="2742"/>
                      <a:pt x="3151" y="2742"/>
                    </a:cubicBezTo>
                    <a:cubicBezTo>
                      <a:pt x="2584" y="2742"/>
                      <a:pt x="2111" y="2269"/>
                      <a:pt x="2111" y="1734"/>
                    </a:cubicBezTo>
                    <a:cubicBezTo>
                      <a:pt x="2080" y="1166"/>
                      <a:pt x="2552" y="694"/>
                      <a:pt x="3151" y="694"/>
                    </a:cubicBezTo>
                    <a:close/>
                    <a:moveTo>
                      <a:pt x="8727" y="694"/>
                    </a:moveTo>
                    <a:cubicBezTo>
                      <a:pt x="9326" y="694"/>
                      <a:pt x="9767" y="1166"/>
                      <a:pt x="9767" y="1734"/>
                    </a:cubicBezTo>
                    <a:cubicBezTo>
                      <a:pt x="9767" y="2301"/>
                      <a:pt x="9294" y="2742"/>
                      <a:pt x="8727" y="2742"/>
                    </a:cubicBezTo>
                    <a:cubicBezTo>
                      <a:pt x="8128" y="2742"/>
                      <a:pt x="7719" y="2269"/>
                      <a:pt x="7719" y="1734"/>
                    </a:cubicBezTo>
                    <a:cubicBezTo>
                      <a:pt x="7656" y="1166"/>
                      <a:pt x="8128" y="694"/>
                      <a:pt x="8727" y="694"/>
                    </a:cubicBezTo>
                    <a:close/>
                    <a:moveTo>
                      <a:pt x="5923" y="4852"/>
                    </a:moveTo>
                    <a:cubicBezTo>
                      <a:pt x="6522" y="4852"/>
                      <a:pt x="6994" y="5325"/>
                      <a:pt x="6994" y="5861"/>
                    </a:cubicBezTo>
                    <a:cubicBezTo>
                      <a:pt x="6994" y="6396"/>
                      <a:pt x="6522" y="6869"/>
                      <a:pt x="5923" y="6869"/>
                    </a:cubicBezTo>
                    <a:cubicBezTo>
                      <a:pt x="5356" y="6869"/>
                      <a:pt x="4883" y="6428"/>
                      <a:pt x="4883" y="5861"/>
                    </a:cubicBezTo>
                    <a:cubicBezTo>
                      <a:pt x="4883" y="5294"/>
                      <a:pt x="5356" y="4852"/>
                      <a:pt x="5923" y="4852"/>
                    </a:cubicBezTo>
                    <a:close/>
                    <a:moveTo>
                      <a:pt x="3151" y="3466"/>
                    </a:moveTo>
                    <a:cubicBezTo>
                      <a:pt x="3875" y="3466"/>
                      <a:pt x="4600" y="3813"/>
                      <a:pt x="5072" y="4380"/>
                    </a:cubicBezTo>
                    <a:cubicBezTo>
                      <a:pt x="4537" y="4695"/>
                      <a:pt x="4159" y="5231"/>
                      <a:pt x="4159" y="5861"/>
                    </a:cubicBezTo>
                    <a:cubicBezTo>
                      <a:pt x="4159" y="6239"/>
                      <a:pt x="4285" y="6617"/>
                      <a:pt x="4505" y="6900"/>
                    </a:cubicBezTo>
                    <a:lnTo>
                      <a:pt x="693" y="6900"/>
                    </a:lnTo>
                    <a:lnTo>
                      <a:pt x="693" y="5892"/>
                    </a:lnTo>
                    <a:cubicBezTo>
                      <a:pt x="693" y="4569"/>
                      <a:pt x="1796" y="3466"/>
                      <a:pt x="3151" y="3466"/>
                    </a:cubicBezTo>
                    <a:close/>
                    <a:moveTo>
                      <a:pt x="8696" y="3498"/>
                    </a:moveTo>
                    <a:cubicBezTo>
                      <a:pt x="10019" y="3498"/>
                      <a:pt x="11121" y="4600"/>
                      <a:pt x="11121" y="5955"/>
                    </a:cubicBezTo>
                    <a:lnTo>
                      <a:pt x="11121" y="6932"/>
                    </a:lnTo>
                    <a:lnTo>
                      <a:pt x="7309" y="6932"/>
                    </a:lnTo>
                    <a:cubicBezTo>
                      <a:pt x="7561" y="6617"/>
                      <a:pt x="7656" y="6270"/>
                      <a:pt x="7656" y="5892"/>
                    </a:cubicBezTo>
                    <a:cubicBezTo>
                      <a:pt x="7656" y="5262"/>
                      <a:pt x="7309" y="4726"/>
                      <a:pt x="6774" y="4411"/>
                    </a:cubicBezTo>
                    <a:cubicBezTo>
                      <a:pt x="7215" y="3813"/>
                      <a:pt x="7939" y="3498"/>
                      <a:pt x="8696" y="3498"/>
                    </a:cubicBezTo>
                    <a:close/>
                    <a:moveTo>
                      <a:pt x="5923" y="7625"/>
                    </a:moveTo>
                    <a:cubicBezTo>
                      <a:pt x="6207" y="7625"/>
                      <a:pt x="6490" y="7656"/>
                      <a:pt x="6711" y="7751"/>
                    </a:cubicBezTo>
                    <a:lnTo>
                      <a:pt x="5923" y="8791"/>
                    </a:lnTo>
                    <a:lnTo>
                      <a:pt x="5135" y="7751"/>
                    </a:lnTo>
                    <a:cubicBezTo>
                      <a:pt x="5388" y="7688"/>
                      <a:pt x="5671" y="7625"/>
                      <a:pt x="5923" y="7625"/>
                    </a:cubicBezTo>
                    <a:close/>
                    <a:moveTo>
                      <a:pt x="4505" y="8066"/>
                    </a:moveTo>
                    <a:lnTo>
                      <a:pt x="5577" y="9484"/>
                    </a:lnTo>
                    <a:lnTo>
                      <a:pt x="5577" y="11153"/>
                    </a:lnTo>
                    <a:lnTo>
                      <a:pt x="3497" y="11153"/>
                    </a:lnTo>
                    <a:lnTo>
                      <a:pt x="3497" y="10019"/>
                    </a:lnTo>
                    <a:cubicBezTo>
                      <a:pt x="3497" y="9200"/>
                      <a:pt x="3875" y="8507"/>
                      <a:pt x="4505" y="8066"/>
                    </a:cubicBezTo>
                    <a:close/>
                    <a:moveTo>
                      <a:pt x="7341" y="8066"/>
                    </a:moveTo>
                    <a:cubicBezTo>
                      <a:pt x="7939" y="8507"/>
                      <a:pt x="8381" y="9263"/>
                      <a:pt x="8381" y="10051"/>
                    </a:cubicBezTo>
                    <a:lnTo>
                      <a:pt x="8381" y="11153"/>
                    </a:lnTo>
                    <a:lnTo>
                      <a:pt x="6301" y="11153"/>
                    </a:lnTo>
                    <a:lnTo>
                      <a:pt x="6301" y="9484"/>
                    </a:lnTo>
                    <a:lnTo>
                      <a:pt x="7341" y="8066"/>
                    </a:lnTo>
                    <a:close/>
                    <a:moveTo>
                      <a:pt x="3088" y="1"/>
                    </a:moveTo>
                    <a:cubicBezTo>
                      <a:pt x="2143" y="1"/>
                      <a:pt x="1355" y="788"/>
                      <a:pt x="1355" y="1734"/>
                    </a:cubicBezTo>
                    <a:cubicBezTo>
                      <a:pt x="1355" y="2238"/>
                      <a:pt x="1575" y="2679"/>
                      <a:pt x="1922" y="2994"/>
                    </a:cubicBezTo>
                    <a:cubicBezTo>
                      <a:pt x="788" y="3466"/>
                      <a:pt x="0" y="4569"/>
                      <a:pt x="0" y="5861"/>
                    </a:cubicBezTo>
                    <a:lnTo>
                      <a:pt x="0" y="7247"/>
                    </a:lnTo>
                    <a:cubicBezTo>
                      <a:pt x="0" y="7436"/>
                      <a:pt x="158" y="7593"/>
                      <a:pt x="347" y="7593"/>
                    </a:cubicBezTo>
                    <a:lnTo>
                      <a:pt x="3938" y="7593"/>
                    </a:lnTo>
                    <a:cubicBezTo>
                      <a:pt x="3214" y="8192"/>
                      <a:pt x="2741" y="9043"/>
                      <a:pt x="2741" y="10019"/>
                    </a:cubicBezTo>
                    <a:lnTo>
                      <a:pt x="2741" y="11437"/>
                    </a:lnTo>
                    <a:cubicBezTo>
                      <a:pt x="2741" y="11658"/>
                      <a:pt x="2899" y="11815"/>
                      <a:pt x="3088" y="11815"/>
                    </a:cubicBezTo>
                    <a:lnTo>
                      <a:pt x="8696" y="11815"/>
                    </a:lnTo>
                    <a:cubicBezTo>
                      <a:pt x="8885" y="11815"/>
                      <a:pt x="9042" y="11658"/>
                      <a:pt x="9042" y="11437"/>
                    </a:cubicBezTo>
                    <a:lnTo>
                      <a:pt x="9042" y="10019"/>
                    </a:lnTo>
                    <a:cubicBezTo>
                      <a:pt x="9042" y="9043"/>
                      <a:pt x="8570" y="8192"/>
                      <a:pt x="7876" y="7593"/>
                    </a:cubicBezTo>
                    <a:lnTo>
                      <a:pt x="11436" y="7593"/>
                    </a:lnTo>
                    <a:cubicBezTo>
                      <a:pt x="11657" y="7593"/>
                      <a:pt x="11815" y="7436"/>
                      <a:pt x="11815" y="7247"/>
                    </a:cubicBezTo>
                    <a:lnTo>
                      <a:pt x="11815" y="5861"/>
                    </a:lnTo>
                    <a:cubicBezTo>
                      <a:pt x="11846" y="4600"/>
                      <a:pt x="11027" y="3466"/>
                      <a:pt x="9861" y="2994"/>
                    </a:cubicBezTo>
                    <a:cubicBezTo>
                      <a:pt x="10239" y="2679"/>
                      <a:pt x="10428" y="2206"/>
                      <a:pt x="10428" y="1734"/>
                    </a:cubicBezTo>
                    <a:cubicBezTo>
                      <a:pt x="10428" y="788"/>
                      <a:pt x="9641" y="1"/>
                      <a:pt x="8696" y="1"/>
                    </a:cubicBezTo>
                    <a:cubicBezTo>
                      <a:pt x="7750" y="1"/>
                      <a:pt x="6963" y="788"/>
                      <a:pt x="6963" y="1734"/>
                    </a:cubicBezTo>
                    <a:cubicBezTo>
                      <a:pt x="6963" y="2238"/>
                      <a:pt x="7152" y="2679"/>
                      <a:pt x="7498" y="2994"/>
                    </a:cubicBezTo>
                    <a:cubicBezTo>
                      <a:pt x="6931" y="3214"/>
                      <a:pt x="6396" y="3624"/>
                      <a:pt x="6049" y="4159"/>
                    </a:cubicBezTo>
                    <a:lnTo>
                      <a:pt x="5734" y="4159"/>
                    </a:lnTo>
                    <a:cubicBezTo>
                      <a:pt x="5388" y="3655"/>
                      <a:pt x="4883" y="3214"/>
                      <a:pt x="4285" y="2994"/>
                    </a:cubicBezTo>
                    <a:cubicBezTo>
                      <a:pt x="4631" y="2679"/>
                      <a:pt x="4820" y="2238"/>
                      <a:pt x="4820" y="1734"/>
                    </a:cubicBezTo>
                    <a:cubicBezTo>
                      <a:pt x="4820" y="788"/>
                      <a:pt x="4033" y="1"/>
                      <a:pt x="30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" name="Google Shape;9803;p76">
                <a:extLst>
                  <a:ext uri="{FF2B5EF4-FFF2-40B4-BE49-F238E27FC236}">
                    <a16:creationId xmlns:a16="http://schemas.microsoft.com/office/drawing/2014/main" id="{CD23334E-54E8-18DA-45DF-6A0866F52B57}"/>
                  </a:ext>
                </a:extLst>
              </p:cNvPr>
              <p:cNvSpPr/>
              <p:nvPr/>
            </p:nvSpPr>
            <p:spPr>
              <a:xfrm>
                <a:off x="3825750" y="2075775"/>
                <a:ext cx="354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lnTo>
                      <a:pt x="1071" y="694"/>
                    </a:lnTo>
                    <a:cubicBezTo>
                      <a:pt x="1260" y="694"/>
                      <a:pt x="1418" y="536"/>
                      <a:pt x="1418" y="347"/>
                    </a:cubicBez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804;p76">
                <a:extLst>
                  <a:ext uri="{FF2B5EF4-FFF2-40B4-BE49-F238E27FC236}">
                    <a16:creationId xmlns:a16="http://schemas.microsoft.com/office/drawing/2014/main" id="{42FEFAE9-3838-0BEB-136D-A4FB7FE25527}"/>
                  </a:ext>
                </a:extLst>
              </p:cNvPr>
              <p:cNvSpPr/>
              <p:nvPr/>
            </p:nvSpPr>
            <p:spPr>
              <a:xfrm>
                <a:off x="3633550" y="2075775"/>
                <a:ext cx="354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694" extrusionOk="0">
                    <a:moveTo>
                      <a:pt x="379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79" y="694"/>
                    </a:cubicBezTo>
                    <a:lnTo>
                      <a:pt x="1072" y="694"/>
                    </a:lnTo>
                    <a:cubicBezTo>
                      <a:pt x="1261" y="694"/>
                      <a:pt x="1419" y="536"/>
                      <a:pt x="1419" y="347"/>
                    </a:cubicBezTo>
                    <a:cubicBezTo>
                      <a:pt x="1419" y="158"/>
                      <a:pt x="1261" y="0"/>
                      <a:pt x="10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959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35"/>
          <p:cNvCxnSpPr>
            <a:cxnSpLocks/>
            <a:stCxn id="305" idx="1"/>
          </p:cNvCxnSpPr>
          <p:nvPr/>
        </p:nvCxnSpPr>
        <p:spPr>
          <a:xfrm rot="10800000">
            <a:off x="-167825" y="3160425"/>
            <a:ext cx="63048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35"/>
          <p:cNvCxnSpPr>
            <a:cxnSpLocks/>
            <a:stCxn id="307" idx="3"/>
          </p:cNvCxnSpPr>
          <p:nvPr/>
        </p:nvCxnSpPr>
        <p:spPr>
          <a:xfrm>
            <a:off x="1285275" y="1502500"/>
            <a:ext cx="80097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8" name="Google Shape;308;p35"/>
          <p:cNvSpPr txBox="1">
            <a:spLocks noGrp="1"/>
          </p:cNvSpPr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307" name="Google Shape;307;p35"/>
          <p:cNvSpPr txBox="1">
            <a:spLocks noGrp="1"/>
          </p:cNvSpPr>
          <p:nvPr>
            <p:ph type="title" idx="5"/>
          </p:nvPr>
        </p:nvSpPr>
        <p:spPr>
          <a:xfrm>
            <a:off x="9195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title" idx="6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title" idx="7"/>
          </p:nvPr>
        </p:nvSpPr>
        <p:spPr>
          <a:xfrm>
            <a:off x="919575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 idx="8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5" name="Google Shape;305;p35"/>
          <p:cNvSpPr txBox="1">
            <a:spLocks noGrp="1"/>
          </p:cNvSpPr>
          <p:nvPr>
            <p:ph type="title" idx="14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18" name="Google Shape;318;p35"/>
          <p:cNvSpPr txBox="1">
            <a:spLocks noGrp="1"/>
          </p:cNvSpPr>
          <p:nvPr>
            <p:ph type="title" idx="15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A2BC72CC-1106-88E5-CEF3-5B6CA92E7EDB}"/>
              </a:ext>
            </a:extLst>
          </p:cNvPr>
          <p:cNvSpPr>
            <a:spLocks noGrp="1"/>
          </p:cNvSpPr>
          <p:nvPr>
            <p:ph type="subTitle" idx="16"/>
          </p:nvPr>
        </p:nvSpPr>
        <p:spPr>
          <a:xfrm>
            <a:off x="854452" y="2037687"/>
            <a:ext cx="1919744" cy="385200"/>
          </a:xfrm>
        </p:spPr>
        <p:txBody>
          <a:bodyPr/>
          <a:lstStyle/>
          <a:p>
            <a:r>
              <a:rPr lang="fr-FR" dirty="0"/>
              <a:t>Périmètre et données</a:t>
            </a:r>
          </a:p>
        </p:txBody>
      </p:sp>
      <p:sp>
        <p:nvSpPr>
          <p:cNvPr id="48" name="Espace réservé du numéro de diapositive 47">
            <a:extLst>
              <a:ext uri="{FF2B5EF4-FFF2-40B4-BE49-F238E27FC236}">
                <a16:creationId xmlns:a16="http://schemas.microsoft.com/office/drawing/2014/main" id="{3D00EC62-16AD-175B-1B26-2F4F69853B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3</a:t>
            </a:fld>
            <a:endParaRPr lang="fr-FR"/>
          </a:p>
        </p:txBody>
      </p:sp>
      <p:sp>
        <p:nvSpPr>
          <p:cNvPr id="15" name="Sous-titre 3">
            <a:extLst>
              <a:ext uri="{FF2B5EF4-FFF2-40B4-BE49-F238E27FC236}">
                <a16:creationId xmlns:a16="http://schemas.microsoft.com/office/drawing/2014/main" id="{7192BAF3-0616-15F7-AA1A-88C3D6D6F0E4}"/>
              </a:ext>
            </a:extLst>
          </p:cNvPr>
          <p:cNvSpPr txBox="1">
            <a:spLocks/>
          </p:cNvSpPr>
          <p:nvPr/>
        </p:nvSpPr>
        <p:spPr>
          <a:xfrm>
            <a:off x="3711125" y="1713625"/>
            <a:ext cx="1919744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1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fr-FR" dirty="0"/>
              <a:t>RAG</a:t>
            </a:r>
          </a:p>
        </p:txBody>
      </p:sp>
      <p:sp>
        <p:nvSpPr>
          <p:cNvPr id="16" name="Sous-titre 3">
            <a:extLst>
              <a:ext uri="{FF2B5EF4-FFF2-40B4-BE49-F238E27FC236}">
                <a16:creationId xmlns:a16="http://schemas.microsoft.com/office/drawing/2014/main" id="{EC1C004C-0EEF-5197-7A6F-39AFA9E1B4C7}"/>
              </a:ext>
            </a:extLst>
          </p:cNvPr>
          <p:cNvSpPr txBox="1">
            <a:spLocks/>
          </p:cNvSpPr>
          <p:nvPr/>
        </p:nvSpPr>
        <p:spPr>
          <a:xfrm>
            <a:off x="5949305" y="1973325"/>
            <a:ext cx="2340243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1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fr-FR" dirty="0"/>
              <a:t>Architecture technique</a:t>
            </a:r>
          </a:p>
        </p:txBody>
      </p:sp>
      <p:sp>
        <p:nvSpPr>
          <p:cNvPr id="17" name="Sous-titre 3">
            <a:extLst>
              <a:ext uri="{FF2B5EF4-FFF2-40B4-BE49-F238E27FC236}">
                <a16:creationId xmlns:a16="http://schemas.microsoft.com/office/drawing/2014/main" id="{E7BDAD32-E0A7-A475-BFBF-497D97B7ED70}"/>
              </a:ext>
            </a:extLst>
          </p:cNvPr>
          <p:cNvSpPr txBox="1">
            <a:spLocks/>
          </p:cNvSpPr>
          <p:nvPr/>
        </p:nvSpPr>
        <p:spPr>
          <a:xfrm>
            <a:off x="252495" y="3434699"/>
            <a:ext cx="2340243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1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fr-FR" dirty="0"/>
              <a:t>API </a:t>
            </a:r>
          </a:p>
        </p:txBody>
      </p:sp>
      <p:sp>
        <p:nvSpPr>
          <p:cNvPr id="18" name="Sous-titre 3">
            <a:extLst>
              <a:ext uri="{FF2B5EF4-FFF2-40B4-BE49-F238E27FC236}">
                <a16:creationId xmlns:a16="http://schemas.microsoft.com/office/drawing/2014/main" id="{7DC87B81-1CDE-8058-5BCD-6AD45F018654}"/>
              </a:ext>
            </a:extLst>
          </p:cNvPr>
          <p:cNvSpPr txBox="1">
            <a:spLocks/>
          </p:cNvSpPr>
          <p:nvPr/>
        </p:nvSpPr>
        <p:spPr>
          <a:xfrm>
            <a:off x="3401878" y="3434699"/>
            <a:ext cx="2340243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1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fr-FR" dirty="0"/>
              <a:t>Démonstration</a:t>
            </a:r>
          </a:p>
        </p:txBody>
      </p:sp>
      <p:sp>
        <p:nvSpPr>
          <p:cNvPr id="19" name="Sous-titre 3">
            <a:extLst>
              <a:ext uri="{FF2B5EF4-FFF2-40B4-BE49-F238E27FC236}">
                <a16:creationId xmlns:a16="http://schemas.microsoft.com/office/drawing/2014/main" id="{9CC170E9-0892-4084-4FD0-8B9ADA339656}"/>
              </a:ext>
            </a:extLst>
          </p:cNvPr>
          <p:cNvSpPr txBox="1">
            <a:spLocks/>
          </p:cNvSpPr>
          <p:nvPr/>
        </p:nvSpPr>
        <p:spPr>
          <a:xfrm>
            <a:off x="5949304" y="3666740"/>
            <a:ext cx="2340243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1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 Black"/>
              <a:buNone/>
              <a:defRPr sz="24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fr-FR" dirty="0"/>
              <a:t>Evaluation et limites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E749C16-8646-E44D-1858-90E01DE1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722BA0E-594C-8272-5DBE-9C0884A9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60" y="2182385"/>
            <a:ext cx="7704000" cy="572700"/>
          </a:xfrm>
        </p:spPr>
        <p:txBody>
          <a:bodyPr/>
          <a:lstStyle/>
          <a:p>
            <a:pPr algn="ctr"/>
            <a:r>
              <a:rPr lang="fr-FR" sz="4000" dirty="0"/>
              <a:t>Périmètre et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6C44A9-0643-4A5B-416C-81EFEB496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007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60780C02-5633-6635-9608-4733215F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38533ADA-B4A2-6B9D-FB76-10286CB5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16" y="437779"/>
            <a:ext cx="7708500" cy="572700"/>
          </a:xfrm>
        </p:spPr>
        <p:txBody>
          <a:bodyPr/>
          <a:lstStyle/>
          <a:p>
            <a:r>
              <a:rPr lang="fr-FR" dirty="0">
                <a:latin typeface="Figtree Black" panose="020B0604020202020204" charset="0"/>
              </a:rPr>
              <a:t>Périmètre et données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C58507-D0F0-1AA3-FC91-BAF5133268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>
                <a:latin typeface="Figtree Black" panose="020B0604020202020204" charset="0"/>
              </a:rPr>
              <a:t>5</a:t>
            </a:fld>
            <a:endParaRPr lang="fr-FR">
              <a:latin typeface="Figtree Black" panose="020B0604020202020204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3040A1B-DBF4-E700-22D7-9BF79E050D46}"/>
              </a:ext>
            </a:extLst>
          </p:cNvPr>
          <p:cNvGrpSpPr/>
          <p:nvPr/>
        </p:nvGrpSpPr>
        <p:grpSpPr>
          <a:xfrm>
            <a:off x="583153" y="1316809"/>
            <a:ext cx="4649434" cy="2728668"/>
            <a:chOff x="583153" y="1057729"/>
            <a:chExt cx="5057171" cy="2728668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105B34F6-C9FA-DF86-10B1-E12DCF0B2370}"/>
                </a:ext>
              </a:extLst>
            </p:cNvPr>
            <p:cNvSpPr txBox="1"/>
            <p:nvPr/>
          </p:nvSpPr>
          <p:spPr>
            <a:xfrm>
              <a:off x="583153" y="1057729"/>
              <a:ext cx="4637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>
                  <a:latin typeface="Figtree Black" panose="020B0604020202020204" charset="0"/>
                </a:rPr>
                <a:t>Source de données : </a:t>
              </a:r>
              <a:r>
                <a:rPr lang="fr-FR" sz="1800" dirty="0" err="1">
                  <a:latin typeface="Figtree Black" panose="020B0604020202020204" charset="0"/>
                </a:rPr>
                <a:t>OpenAgenda</a:t>
              </a:r>
              <a:endParaRPr lang="fr-FR" sz="1800" dirty="0">
                <a:latin typeface="Figtree Black" panose="020B0604020202020204" charset="0"/>
              </a:endParaRPr>
            </a:p>
          </p:txBody>
        </p:sp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783067A4-AE7E-1E79-3E4B-C34C634A0C8D}"/>
                </a:ext>
              </a:extLst>
            </p:cNvPr>
            <p:cNvGrpSpPr/>
            <p:nvPr/>
          </p:nvGrpSpPr>
          <p:grpSpPr>
            <a:xfrm>
              <a:off x="583154" y="1591745"/>
              <a:ext cx="5057169" cy="1014984"/>
              <a:chOff x="896309" y="1601707"/>
              <a:chExt cx="5057169" cy="1014984"/>
            </a:xfrm>
          </p:grpSpPr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3FB4D228-CBDB-ECE9-EDEE-7C9CBBBA658B}"/>
                  </a:ext>
                </a:extLst>
              </p:cNvPr>
              <p:cNvSpPr txBox="1"/>
              <p:nvPr/>
            </p:nvSpPr>
            <p:spPr>
              <a:xfrm>
                <a:off x="896309" y="1601707"/>
                <a:ext cx="35585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dirty="0">
                    <a:latin typeface="Figtree Black" panose="020B0604020202020204" charset="0"/>
                  </a:rPr>
                  <a:t>Périmètre</a:t>
                </a:r>
              </a:p>
            </p:txBody>
          </p:sp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D194C4-F783-8A67-F738-8B6896E85E75}"/>
                  </a:ext>
                </a:extLst>
              </p:cNvPr>
              <p:cNvSpPr txBox="1"/>
              <p:nvPr/>
            </p:nvSpPr>
            <p:spPr>
              <a:xfrm>
                <a:off x="1142406" y="1917974"/>
                <a:ext cx="4811072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fr-FR" dirty="0"/>
                  <a:t>Zone géographique : Bordeaux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fr-FR" dirty="0"/>
                  <a:t>Période : 1 an d’historique + évènements à venir</a:t>
                </a:r>
              </a:p>
            </p:txBody>
          </p:sp>
        </p:grp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B540EABA-67BE-523F-8C20-C9B5073B9CC2}"/>
                </a:ext>
              </a:extLst>
            </p:cNvPr>
            <p:cNvGrpSpPr/>
            <p:nvPr/>
          </p:nvGrpSpPr>
          <p:grpSpPr>
            <a:xfrm>
              <a:off x="583154" y="2801423"/>
              <a:ext cx="5057170" cy="984974"/>
              <a:chOff x="896309" y="1604862"/>
              <a:chExt cx="5057170" cy="984974"/>
            </a:xfrm>
          </p:grpSpPr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F7B261FE-C7CC-08DB-C479-485EE4D9067E}"/>
                  </a:ext>
                </a:extLst>
              </p:cNvPr>
              <p:cNvSpPr txBox="1"/>
              <p:nvPr/>
            </p:nvSpPr>
            <p:spPr>
              <a:xfrm>
                <a:off x="896309" y="1604862"/>
                <a:ext cx="35585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800" dirty="0">
                    <a:latin typeface="Figtree Black" panose="020B0604020202020204" charset="0"/>
                  </a:rPr>
                  <a:t>Objectif du périmètre 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2AAC2BC4-64FC-9BBE-AC25-A0B802B9B598}"/>
                  </a:ext>
                </a:extLst>
              </p:cNvPr>
              <p:cNvSpPr txBox="1"/>
              <p:nvPr/>
            </p:nvSpPr>
            <p:spPr>
              <a:xfrm>
                <a:off x="1142407" y="1891119"/>
                <a:ext cx="4811072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fr-FR" dirty="0"/>
                  <a:t>Données récentes et pertinentes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chemeClr val="bg2"/>
                  </a:buClr>
                  <a:buSzPct val="100000"/>
                  <a:buFont typeface="Arial" panose="020B0604020202020204" pitchFamily="34" charset="0"/>
                  <a:buChar char="●"/>
                </a:pPr>
                <a:r>
                  <a:rPr lang="fr-FR" dirty="0"/>
                  <a:t>Volumétrie maîtrisée pour le POC</a:t>
                </a:r>
              </a:p>
            </p:txBody>
          </p:sp>
        </p:grp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71FC0161-9255-AAEA-379D-C371652A3E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1" r="35764"/>
          <a:stretch>
            <a:fillRect/>
          </a:stretch>
        </p:blipFill>
        <p:spPr>
          <a:xfrm>
            <a:off x="5618850" y="628650"/>
            <a:ext cx="294199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3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C71F10D1-1177-B126-72F4-9D9D3FD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579C787-37CB-3D22-7396-0A90F8E93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60" y="2182385"/>
            <a:ext cx="7704000" cy="572700"/>
          </a:xfrm>
        </p:spPr>
        <p:txBody>
          <a:bodyPr/>
          <a:lstStyle/>
          <a:p>
            <a:pPr algn="ctr"/>
            <a:r>
              <a:rPr lang="fr-FR" sz="4000" dirty="0"/>
              <a:t>Système RAG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4EF78D-E2BC-3370-ECB5-14DB88DBF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21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>
          <a:extLst>
            <a:ext uri="{FF2B5EF4-FFF2-40B4-BE49-F238E27FC236}">
              <a16:creationId xmlns:a16="http://schemas.microsoft.com/office/drawing/2014/main" id="{55815DE9-3D4F-18E6-A1DA-C5D1B44B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CCA12DB-819C-4B2A-38CF-E817AB1CF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Figtree Black" panose="020B0604020202020204" charset="0"/>
              </a:rPr>
              <a:t>RAG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1D85BA-B1F9-F4F7-1A32-047025844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>
                <a:latin typeface="Figtree Black" panose="020B0604020202020204" charset="0"/>
              </a:rPr>
              <a:t>7</a:t>
            </a:fld>
            <a:endParaRPr lang="fr-FR">
              <a:latin typeface="Figtree Black" panose="020B060402020202020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BEC2918-86E2-BD69-1771-4145BACC3D37}"/>
              </a:ext>
            </a:extLst>
          </p:cNvPr>
          <p:cNvSpPr txBox="1"/>
          <p:nvPr/>
        </p:nvSpPr>
        <p:spPr>
          <a:xfrm>
            <a:off x="658476" y="1095473"/>
            <a:ext cx="8031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err="1">
                <a:solidFill>
                  <a:schemeClr val="accent1"/>
                </a:solidFill>
                <a:latin typeface="Figtree Black" panose="020B0604020202020204" charset="0"/>
              </a:rPr>
              <a:t>R</a:t>
            </a:r>
            <a:r>
              <a:rPr lang="fr-FR" sz="1600" dirty="0" err="1">
                <a:latin typeface="Figtree Black" panose="020B0604020202020204" charset="0"/>
              </a:rPr>
              <a:t>etrieval-</a:t>
            </a:r>
            <a:r>
              <a:rPr lang="fr-FR" sz="1600" b="1" dirty="0" err="1">
                <a:solidFill>
                  <a:schemeClr val="accent1"/>
                </a:solidFill>
                <a:latin typeface="Figtree Black" panose="020B0604020202020204" charset="0"/>
              </a:rPr>
              <a:t>A</a:t>
            </a:r>
            <a:r>
              <a:rPr lang="fr-FR" sz="1600" dirty="0" err="1">
                <a:latin typeface="Figtree Black" panose="020B0604020202020204" charset="0"/>
              </a:rPr>
              <a:t>ugmented</a:t>
            </a:r>
            <a:r>
              <a:rPr lang="fr-FR" sz="1600" dirty="0">
                <a:latin typeface="Figtree Black" panose="020B0604020202020204" charset="0"/>
              </a:rPr>
              <a:t> </a:t>
            </a:r>
            <a:r>
              <a:rPr lang="fr-FR" sz="1600" b="1" dirty="0" err="1">
                <a:solidFill>
                  <a:schemeClr val="accent1"/>
                </a:solidFill>
                <a:latin typeface="Figtree Black" panose="020B0604020202020204" charset="0"/>
              </a:rPr>
              <a:t>G</a:t>
            </a:r>
            <a:r>
              <a:rPr lang="fr-FR" sz="1600" dirty="0" err="1">
                <a:latin typeface="Figtree Black" panose="020B0604020202020204" charset="0"/>
              </a:rPr>
              <a:t>eneration</a:t>
            </a:r>
            <a:r>
              <a:rPr lang="fr-FR" sz="1600" dirty="0">
                <a:latin typeface="Figtree Black" panose="020B0604020202020204" charset="0"/>
              </a:rPr>
              <a:t> : </a:t>
            </a:r>
            <a:r>
              <a:rPr lang="fr-FR" dirty="0">
                <a:latin typeface="Figtree Black" panose="020B0604020202020204" charset="0"/>
              </a:rPr>
              <a:t>génération de réponses à partir d’informations recherchées dans des données existantes.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45A1F35-3F2A-7F85-1489-0521E9183A82}"/>
              </a:ext>
            </a:extLst>
          </p:cNvPr>
          <p:cNvGrpSpPr/>
          <p:nvPr/>
        </p:nvGrpSpPr>
        <p:grpSpPr>
          <a:xfrm>
            <a:off x="1031856" y="1883631"/>
            <a:ext cx="5167478" cy="2388966"/>
            <a:chOff x="896308" y="2192250"/>
            <a:chExt cx="5167478" cy="2388966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0674CE8A-AF9A-2E3A-8A02-A4E1DBA413D7}"/>
                </a:ext>
              </a:extLst>
            </p:cNvPr>
            <p:cNvSpPr txBox="1"/>
            <p:nvPr/>
          </p:nvSpPr>
          <p:spPr>
            <a:xfrm>
              <a:off x="896308" y="2192250"/>
              <a:ext cx="355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>
                  <a:latin typeface="Figtree Black" panose="020B0604020202020204" charset="0"/>
                </a:rPr>
                <a:t>Intérêts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5312BC0F-6C1E-8FD2-BB70-3177A8633AF8}"/>
                </a:ext>
              </a:extLst>
            </p:cNvPr>
            <p:cNvSpPr txBox="1"/>
            <p:nvPr/>
          </p:nvSpPr>
          <p:spPr>
            <a:xfrm>
              <a:off x="1252714" y="2589837"/>
              <a:ext cx="4811072" cy="1991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Réponses plus précises et plus fiables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Gestion d’un grand volume de documents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Réponses basées sur des données réelles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Données à jour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Meilleure expérience utilisateur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028372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F70724A2-BF6D-49BE-617F-16C49CDA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78A949F-A03A-8D33-F8EB-22A3DB31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20" y="452645"/>
            <a:ext cx="7704000" cy="572700"/>
          </a:xfrm>
        </p:spPr>
        <p:txBody>
          <a:bodyPr/>
          <a:lstStyle/>
          <a:p>
            <a:r>
              <a:rPr lang="fr-FR" dirty="0"/>
              <a:t>Fonctionnement d’un système RAG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737C59-9249-794D-7BC5-D187BA16D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8</a:t>
            </a:fld>
            <a:endParaRPr lang="fr-F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03A0C828-EA71-98CF-BCA6-24FB3A320D56}"/>
                  </a:ext>
                </a:extLst>
              </p14:cNvPr>
              <p14:cNvContentPartPr/>
              <p14:nvPr/>
            </p14:nvContentPartPr>
            <p14:xfrm>
              <a:off x="6377160" y="3480240"/>
              <a:ext cx="672120" cy="76320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03A0C828-EA71-98CF-BCA6-24FB3A320D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4160" y="3417600"/>
                <a:ext cx="797760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8" name="Encre 47">
                <a:extLst>
                  <a:ext uri="{FF2B5EF4-FFF2-40B4-BE49-F238E27FC236}">
                    <a16:creationId xmlns:a16="http://schemas.microsoft.com/office/drawing/2014/main" id="{25CD33ED-457B-5B7A-BFDA-141B220FF203}"/>
                  </a:ext>
                </a:extLst>
              </p14:cNvPr>
              <p14:cNvContentPartPr/>
              <p14:nvPr/>
            </p14:nvContentPartPr>
            <p14:xfrm>
              <a:off x="1477200" y="1111440"/>
              <a:ext cx="3029760" cy="61920"/>
            </p14:xfrm>
          </p:contentPart>
        </mc:Choice>
        <mc:Fallback xmlns="">
          <p:pic>
            <p:nvPicPr>
              <p:cNvPr id="48" name="Encre 47">
                <a:extLst>
                  <a:ext uri="{FF2B5EF4-FFF2-40B4-BE49-F238E27FC236}">
                    <a16:creationId xmlns:a16="http://schemas.microsoft.com/office/drawing/2014/main" id="{25CD33ED-457B-5B7A-BFDA-141B220FF2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14200" y="1048440"/>
                <a:ext cx="31554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7594FAEC-246E-2025-976B-6A0C869A8287}"/>
                  </a:ext>
                </a:extLst>
              </p14:cNvPr>
              <p14:cNvContentPartPr/>
              <p14:nvPr/>
            </p14:nvContentPartPr>
            <p14:xfrm>
              <a:off x="4579320" y="1150320"/>
              <a:ext cx="191160" cy="15480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7594FAEC-246E-2025-976B-6A0C869A828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16320" y="1087320"/>
                <a:ext cx="3168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E880738F-13F8-6EBD-CD73-47BFE0D61DF1}"/>
                  </a:ext>
                </a:extLst>
              </p14:cNvPr>
              <p14:cNvContentPartPr/>
              <p14:nvPr/>
            </p14:nvContentPartPr>
            <p14:xfrm>
              <a:off x="5653920" y="1109280"/>
              <a:ext cx="731520" cy="15444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E880738F-13F8-6EBD-CD73-47BFE0D61D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90920" y="1046640"/>
                <a:ext cx="85716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e 55">
            <a:extLst>
              <a:ext uri="{FF2B5EF4-FFF2-40B4-BE49-F238E27FC236}">
                <a16:creationId xmlns:a16="http://schemas.microsoft.com/office/drawing/2014/main" id="{BABE449A-FF4D-45B7-467D-2B8E56809492}"/>
              </a:ext>
            </a:extLst>
          </p:cNvPr>
          <p:cNvGrpSpPr/>
          <p:nvPr/>
        </p:nvGrpSpPr>
        <p:grpSpPr>
          <a:xfrm>
            <a:off x="6008880" y="3479160"/>
            <a:ext cx="621720" cy="598680"/>
            <a:chOff x="6008880" y="3479160"/>
            <a:chExt cx="62172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13602B08-7F0C-F0A7-86C6-0CE9509E5741}"/>
                    </a:ext>
                  </a:extLst>
                </p14:cNvPr>
                <p14:cNvContentPartPr/>
                <p14:nvPr/>
              </p14:nvContentPartPr>
              <p14:xfrm>
                <a:off x="6354120" y="3777960"/>
                <a:ext cx="249840" cy="24084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13602B08-7F0C-F0A7-86C6-0CE9509E574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48000" y="3771840"/>
                  <a:ext cx="262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61D4E1AA-C3C0-0ABE-F18C-6418AB67BB1C}"/>
                    </a:ext>
                  </a:extLst>
                </p14:cNvPr>
                <p14:cNvContentPartPr/>
                <p14:nvPr/>
              </p14:nvContentPartPr>
              <p14:xfrm>
                <a:off x="6422880" y="3648360"/>
                <a:ext cx="207720" cy="42948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61D4E1AA-C3C0-0ABE-F18C-6418AB67BB1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16760" y="3642240"/>
                  <a:ext cx="2199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13074C3E-A833-17F8-2B53-72DA95B7B7D3}"/>
                    </a:ext>
                  </a:extLst>
                </p14:cNvPr>
                <p14:cNvContentPartPr/>
                <p14:nvPr/>
              </p14:nvContentPartPr>
              <p14:xfrm>
                <a:off x="6008880" y="3479160"/>
                <a:ext cx="239760" cy="12528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13074C3E-A833-17F8-2B53-72DA95B7B7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46240" y="3416160"/>
                  <a:ext cx="365400" cy="2509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76" name="Image 75">
            <a:extLst>
              <a:ext uri="{FF2B5EF4-FFF2-40B4-BE49-F238E27FC236}">
                <a16:creationId xmlns:a16="http://schemas.microsoft.com/office/drawing/2014/main" id="{D626C0D0-4DA0-5418-1FE7-68BE04358EE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6199" y="1109280"/>
            <a:ext cx="6208541" cy="354687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29D684A-2E22-B43E-82D7-37899357D8FB}"/>
              </a:ext>
            </a:extLst>
          </p:cNvPr>
          <p:cNvSpPr txBox="1"/>
          <p:nvPr/>
        </p:nvSpPr>
        <p:spPr>
          <a:xfrm>
            <a:off x="2508789" y="2879905"/>
            <a:ext cx="50640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Evaluation et limites</a:t>
            </a:r>
          </a:p>
        </p:txBody>
      </p:sp>
    </p:spTree>
    <p:extLst>
      <p:ext uri="{BB962C8B-B14F-4D97-AF65-F5344CB8AC3E}">
        <p14:creationId xmlns:p14="http://schemas.microsoft.com/office/powerpoint/2010/main" val="1766343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8E749C16-8646-E44D-1858-90E01DE19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722BA0E-594C-8272-5DBE-9C0884A9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60" y="2182385"/>
            <a:ext cx="7704000" cy="572700"/>
          </a:xfrm>
        </p:spPr>
        <p:txBody>
          <a:bodyPr/>
          <a:lstStyle/>
          <a:p>
            <a:pPr algn="ctr"/>
            <a:r>
              <a:rPr lang="fr-FR" sz="4000" dirty="0"/>
              <a:t>Architecture technique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6C44A9-0643-4A5B-416C-81EFEB496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3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248DEBE5-594E-9602-14CD-AA3E00B6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0E21D75-2B93-D7F5-905B-E62E39BA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20" y="452645"/>
            <a:ext cx="7704000" cy="572700"/>
          </a:xfrm>
        </p:spPr>
        <p:txBody>
          <a:bodyPr/>
          <a:lstStyle/>
          <a:p>
            <a:r>
              <a:rPr lang="fr-FR" dirty="0">
                <a:latin typeface="Figtree Black" panose="020B0604020202020204" charset="0"/>
              </a:rPr>
              <a:t>Architecture technique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37FB95-F95F-A198-94CA-92362454A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>
                <a:latin typeface="Figtree Black" panose="020B0604020202020204" charset="0"/>
              </a:rPr>
              <a:t>10</a:t>
            </a:fld>
            <a:endParaRPr lang="fr-FR">
              <a:latin typeface="Figtree Black" panose="020B060402020202020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3" name="Encre 32">
                <a:extLst>
                  <a:ext uri="{FF2B5EF4-FFF2-40B4-BE49-F238E27FC236}">
                    <a16:creationId xmlns:a16="http://schemas.microsoft.com/office/drawing/2014/main" id="{E3CFE8D4-154C-40D3-AAE4-7295BC7DB930}"/>
                  </a:ext>
                </a:extLst>
              </p14:cNvPr>
              <p14:cNvContentPartPr/>
              <p14:nvPr/>
            </p14:nvContentPartPr>
            <p14:xfrm>
              <a:off x="6377160" y="3480240"/>
              <a:ext cx="672120" cy="763200"/>
            </p14:xfrm>
          </p:contentPart>
        </mc:Choice>
        <mc:Fallback xmlns="">
          <p:pic>
            <p:nvPicPr>
              <p:cNvPr id="33" name="Encre 32">
                <a:extLst>
                  <a:ext uri="{FF2B5EF4-FFF2-40B4-BE49-F238E27FC236}">
                    <a16:creationId xmlns:a16="http://schemas.microsoft.com/office/drawing/2014/main" id="{E3CFE8D4-154C-40D3-AAE4-7295BC7DB9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4160" y="3417600"/>
                <a:ext cx="797760" cy="88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0" name="Encre 49">
                <a:extLst>
                  <a:ext uri="{FF2B5EF4-FFF2-40B4-BE49-F238E27FC236}">
                    <a16:creationId xmlns:a16="http://schemas.microsoft.com/office/drawing/2014/main" id="{59E7F141-335A-9F73-4DCE-A15497A664FD}"/>
                  </a:ext>
                </a:extLst>
              </p14:cNvPr>
              <p14:cNvContentPartPr/>
              <p14:nvPr/>
            </p14:nvContentPartPr>
            <p14:xfrm>
              <a:off x="4579320" y="1150320"/>
              <a:ext cx="191160" cy="15480"/>
            </p14:xfrm>
          </p:contentPart>
        </mc:Choice>
        <mc:Fallback xmlns="">
          <p:pic>
            <p:nvPicPr>
              <p:cNvPr id="50" name="Encre 49">
                <a:extLst>
                  <a:ext uri="{FF2B5EF4-FFF2-40B4-BE49-F238E27FC236}">
                    <a16:creationId xmlns:a16="http://schemas.microsoft.com/office/drawing/2014/main" id="{59E7F141-335A-9F73-4DCE-A15497A664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6320" y="1087320"/>
                <a:ext cx="3168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2" name="Encre 51">
                <a:extLst>
                  <a:ext uri="{FF2B5EF4-FFF2-40B4-BE49-F238E27FC236}">
                    <a16:creationId xmlns:a16="http://schemas.microsoft.com/office/drawing/2014/main" id="{C3827501-9CF4-F2B1-5E82-B84F6DCF248B}"/>
                  </a:ext>
                </a:extLst>
              </p14:cNvPr>
              <p14:cNvContentPartPr/>
              <p14:nvPr/>
            </p14:nvContentPartPr>
            <p14:xfrm>
              <a:off x="5653920" y="1109280"/>
              <a:ext cx="731520" cy="154440"/>
            </p14:xfrm>
          </p:contentPart>
        </mc:Choice>
        <mc:Fallback xmlns="">
          <p:pic>
            <p:nvPicPr>
              <p:cNvPr id="52" name="Encre 51">
                <a:extLst>
                  <a:ext uri="{FF2B5EF4-FFF2-40B4-BE49-F238E27FC236}">
                    <a16:creationId xmlns:a16="http://schemas.microsoft.com/office/drawing/2014/main" id="{C3827501-9CF4-F2B1-5E82-B84F6DCF24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90920" y="1046640"/>
                <a:ext cx="85716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e 55">
            <a:extLst>
              <a:ext uri="{FF2B5EF4-FFF2-40B4-BE49-F238E27FC236}">
                <a16:creationId xmlns:a16="http://schemas.microsoft.com/office/drawing/2014/main" id="{7749B7C6-1DE8-6026-D8ED-D6530BF866F2}"/>
              </a:ext>
            </a:extLst>
          </p:cNvPr>
          <p:cNvGrpSpPr/>
          <p:nvPr/>
        </p:nvGrpSpPr>
        <p:grpSpPr>
          <a:xfrm>
            <a:off x="6008880" y="3479160"/>
            <a:ext cx="621720" cy="598680"/>
            <a:chOff x="6008880" y="3479160"/>
            <a:chExt cx="621720" cy="59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BB0B847A-0087-F6FC-6AC4-1DC9533A3DE0}"/>
                    </a:ext>
                  </a:extLst>
                </p14:cNvPr>
                <p14:cNvContentPartPr/>
                <p14:nvPr/>
              </p14:nvContentPartPr>
              <p14:xfrm>
                <a:off x="6354120" y="3777960"/>
                <a:ext cx="249840" cy="24084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BB0B847A-0087-F6FC-6AC4-1DC9533A3DE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48000" y="3771840"/>
                  <a:ext cx="262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Encre 30">
                  <a:extLst>
                    <a:ext uri="{FF2B5EF4-FFF2-40B4-BE49-F238E27FC236}">
                      <a16:creationId xmlns:a16="http://schemas.microsoft.com/office/drawing/2014/main" id="{249CEB7D-120A-9A7B-A53F-551418B3B92D}"/>
                    </a:ext>
                  </a:extLst>
                </p14:cNvPr>
                <p14:cNvContentPartPr/>
                <p14:nvPr/>
              </p14:nvContentPartPr>
              <p14:xfrm>
                <a:off x="6422880" y="3648360"/>
                <a:ext cx="207720" cy="429480"/>
              </p14:xfrm>
            </p:contentPart>
          </mc:Choice>
          <mc:Fallback xmlns="">
            <p:pic>
              <p:nvPicPr>
                <p:cNvPr id="31" name="Encre 30">
                  <a:extLst>
                    <a:ext uri="{FF2B5EF4-FFF2-40B4-BE49-F238E27FC236}">
                      <a16:creationId xmlns:a16="http://schemas.microsoft.com/office/drawing/2014/main" id="{249CEB7D-120A-9A7B-A53F-551418B3B92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16760" y="3642240"/>
                  <a:ext cx="2199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5" name="Encre 54">
                  <a:extLst>
                    <a:ext uri="{FF2B5EF4-FFF2-40B4-BE49-F238E27FC236}">
                      <a16:creationId xmlns:a16="http://schemas.microsoft.com/office/drawing/2014/main" id="{038CC116-9FCE-09B8-01A2-1C2BFE34C4A4}"/>
                    </a:ext>
                  </a:extLst>
                </p14:cNvPr>
                <p14:cNvContentPartPr/>
                <p14:nvPr/>
              </p14:nvContentPartPr>
              <p14:xfrm>
                <a:off x="6008880" y="3479160"/>
                <a:ext cx="239760" cy="125280"/>
              </p14:xfrm>
            </p:contentPart>
          </mc:Choice>
          <mc:Fallback xmlns="">
            <p:pic>
              <p:nvPicPr>
                <p:cNvPr id="55" name="Encre 54">
                  <a:extLst>
                    <a:ext uri="{FF2B5EF4-FFF2-40B4-BE49-F238E27FC236}">
                      <a16:creationId xmlns:a16="http://schemas.microsoft.com/office/drawing/2014/main" id="{038CC116-9FCE-09B8-01A2-1C2BFE34C4A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46240" y="3416160"/>
                  <a:ext cx="365400" cy="25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AutoShape 10" descr="Langchain Vector Logo - Download Free SVG Icon | Worldvectorlogo">
            <a:extLst>
              <a:ext uri="{FF2B5EF4-FFF2-40B4-BE49-F238E27FC236}">
                <a16:creationId xmlns:a16="http://schemas.microsoft.com/office/drawing/2014/main" id="{BD99363D-8DAB-9293-F7AC-5C38CD41F3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latin typeface="Figtree Black" panose="020B0604020202020204" charset="0"/>
            </a:endParaRPr>
          </a:p>
        </p:txBody>
      </p: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9ECED740-5AB4-A3CC-95EB-115FB0261243}"/>
              </a:ext>
            </a:extLst>
          </p:cNvPr>
          <p:cNvGrpSpPr/>
          <p:nvPr/>
        </p:nvGrpSpPr>
        <p:grpSpPr>
          <a:xfrm>
            <a:off x="746901" y="1172853"/>
            <a:ext cx="2217971" cy="1791676"/>
            <a:chOff x="398797" y="1218588"/>
            <a:chExt cx="2217971" cy="1791676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12B54738-B3AF-F7BE-C53A-F6FED5E76A15}"/>
                </a:ext>
              </a:extLst>
            </p:cNvPr>
            <p:cNvGrpSpPr/>
            <p:nvPr/>
          </p:nvGrpSpPr>
          <p:grpSpPr>
            <a:xfrm>
              <a:off x="694202" y="1218588"/>
              <a:ext cx="1437685" cy="1284388"/>
              <a:chOff x="705279" y="1173359"/>
              <a:chExt cx="1570421" cy="1068327"/>
            </a:xfrm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DBDBD794-EC58-A669-CCE4-3B121EE60600}"/>
                  </a:ext>
                </a:extLst>
              </p:cNvPr>
              <p:cNvGrpSpPr/>
              <p:nvPr/>
            </p:nvGrpSpPr>
            <p:grpSpPr>
              <a:xfrm>
                <a:off x="705279" y="1173359"/>
                <a:ext cx="1570421" cy="739809"/>
                <a:chOff x="701038" y="2468880"/>
                <a:chExt cx="2812876" cy="1287961"/>
              </a:xfrm>
            </p:grpSpPr>
            <p:pic>
              <p:nvPicPr>
                <p:cNvPr id="4098" name="Picture 2" descr="Faiss: A library for efficient similarity search ...">
                  <a:extLst>
                    <a:ext uri="{FF2B5EF4-FFF2-40B4-BE49-F238E27FC236}">
                      <a16:creationId xmlns:a16="http://schemas.microsoft.com/office/drawing/2014/main" id="{D857FB98-046C-F899-9C2C-7060BA278E8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31962" y="2521204"/>
                  <a:ext cx="2239783" cy="795338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</p:pic>
            <p:sp>
              <p:nvSpPr>
                <p:cNvPr id="6" name="ZoneTexte 5">
                  <a:extLst>
                    <a:ext uri="{FF2B5EF4-FFF2-40B4-BE49-F238E27FC236}">
                      <a16:creationId xmlns:a16="http://schemas.microsoft.com/office/drawing/2014/main" id="{AC14EC78-D801-1FDF-193E-359AB426C61C}"/>
                    </a:ext>
                  </a:extLst>
                </p:cNvPr>
                <p:cNvSpPr txBox="1"/>
                <p:nvPr/>
              </p:nvSpPr>
              <p:spPr>
                <a:xfrm>
                  <a:off x="1459775" y="3274603"/>
                  <a:ext cx="1295399" cy="482238"/>
                </a:xfrm>
                <a:prstGeom prst="rect">
                  <a:avLst/>
                </a:prstGeom>
                <a:ln cap="rnd">
                  <a:noFill/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1200" dirty="0">
                      <a:latin typeface="Figtree Black" panose="020B0604020202020204" charset="0"/>
                    </a:rPr>
                    <a:t>FAISS</a:t>
                  </a:r>
                </a:p>
              </p:txBody>
            </p:sp>
            <p:sp>
              <p:nvSpPr>
                <p:cNvPr id="8" name="Rectangle : coins arrondis 7">
                  <a:extLst>
                    <a:ext uri="{FF2B5EF4-FFF2-40B4-BE49-F238E27FC236}">
                      <a16:creationId xmlns:a16="http://schemas.microsoft.com/office/drawing/2014/main" id="{1EEAA8D0-9FB1-46DB-91C7-6296F59688A7}"/>
                    </a:ext>
                  </a:extLst>
                </p:cNvPr>
                <p:cNvSpPr/>
                <p:nvPr/>
              </p:nvSpPr>
              <p:spPr>
                <a:xfrm>
                  <a:off x="701038" y="2468880"/>
                  <a:ext cx="2812876" cy="1179480"/>
                </a:xfrm>
                <a:prstGeom prst="roundRect">
                  <a:avLst/>
                </a:prstGeom>
                <a:noFill/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latin typeface="Figtree Black" panose="020B0604020202020204" charset="0"/>
                  </a:endParaRPr>
                </a:p>
              </p:txBody>
            </p:sp>
          </p:grp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A793ABC4-495A-A1B6-A99F-97894D16B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90489" y="1844143"/>
                <a:ext cx="0" cy="397543"/>
              </a:xfrm>
              <a:prstGeom prst="line">
                <a:avLst/>
              </a:prstGeom>
              <a:ln w="28575"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C145F478-8C50-9DC7-92DB-F4C313A3280A}"/>
                </a:ext>
              </a:extLst>
            </p:cNvPr>
            <p:cNvSpPr txBox="1"/>
            <p:nvPr/>
          </p:nvSpPr>
          <p:spPr>
            <a:xfrm>
              <a:off x="398797" y="2487044"/>
              <a:ext cx="22179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latin typeface="Figtree Black" panose="020B0604020202020204" charset="0"/>
                </a:rPr>
                <a:t>Index de vecteurs pour la recherche de similarité </a:t>
              </a:r>
            </a:p>
          </p:txBody>
        </p:sp>
      </p:grpSp>
      <p:grpSp>
        <p:nvGrpSpPr>
          <p:cNvPr id="97" name="Groupe 96">
            <a:extLst>
              <a:ext uri="{FF2B5EF4-FFF2-40B4-BE49-F238E27FC236}">
                <a16:creationId xmlns:a16="http://schemas.microsoft.com/office/drawing/2014/main" id="{A931C8BD-2680-248F-A2EC-1DE685FD3480}"/>
              </a:ext>
            </a:extLst>
          </p:cNvPr>
          <p:cNvGrpSpPr/>
          <p:nvPr/>
        </p:nvGrpSpPr>
        <p:grpSpPr>
          <a:xfrm>
            <a:off x="3573298" y="1171258"/>
            <a:ext cx="2294085" cy="1592164"/>
            <a:chOff x="4304131" y="2487045"/>
            <a:chExt cx="2294085" cy="1592164"/>
          </a:xfrm>
        </p:grpSpPr>
        <p:grpSp>
          <p:nvGrpSpPr>
            <p:cNvPr id="88" name="Groupe 87">
              <a:extLst>
                <a:ext uri="{FF2B5EF4-FFF2-40B4-BE49-F238E27FC236}">
                  <a16:creationId xmlns:a16="http://schemas.microsoft.com/office/drawing/2014/main" id="{EB5551AB-00EF-8514-73E5-56966FAF1B23}"/>
                </a:ext>
              </a:extLst>
            </p:cNvPr>
            <p:cNvGrpSpPr/>
            <p:nvPr/>
          </p:nvGrpSpPr>
          <p:grpSpPr>
            <a:xfrm>
              <a:off x="4304131" y="2487045"/>
              <a:ext cx="2294085" cy="1592164"/>
              <a:chOff x="356012" y="1218589"/>
              <a:chExt cx="2217971" cy="1592164"/>
            </a:xfrm>
          </p:grpSpPr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2FE14EED-F27B-4880-ECF3-10AEFBE2B981}"/>
                  </a:ext>
                </a:extLst>
              </p:cNvPr>
              <p:cNvGrpSpPr/>
              <p:nvPr/>
            </p:nvGrpSpPr>
            <p:grpSpPr>
              <a:xfrm>
                <a:off x="694202" y="1218589"/>
                <a:ext cx="1437685" cy="1284387"/>
                <a:chOff x="705279" y="1173360"/>
                <a:chExt cx="1570421" cy="1068326"/>
              </a:xfrm>
            </p:grpSpPr>
            <p:grpSp>
              <p:nvGrpSpPr>
                <p:cNvPr id="91" name="Groupe 90">
                  <a:extLst>
                    <a:ext uri="{FF2B5EF4-FFF2-40B4-BE49-F238E27FC236}">
                      <a16:creationId xmlns:a16="http://schemas.microsoft.com/office/drawing/2014/main" id="{9C98B875-F1A0-FA3E-9886-E3F7F316C877}"/>
                    </a:ext>
                  </a:extLst>
                </p:cNvPr>
                <p:cNvGrpSpPr/>
                <p:nvPr/>
              </p:nvGrpSpPr>
              <p:grpSpPr>
                <a:xfrm>
                  <a:off x="705279" y="1173360"/>
                  <a:ext cx="1570421" cy="693212"/>
                  <a:chOff x="701038" y="2468880"/>
                  <a:chExt cx="2812876" cy="1206838"/>
                </a:xfrm>
              </p:grpSpPr>
              <p:sp>
                <p:nvSpPr>
                  <p:cNvPr id="94" name="ZoneTexte 93">
                    <a:extLst>
                      <a:ext uri="{FF2B5EF4-FFF2-40B4-BE49-F238E27FC236}">
                        <a16:creationId xmlns:a16="http://schemas.microsoft.com/office/drawing/2014/main" id="{468F5AA7-7712-AE83-CCC8-763FEF1C7361}"/>
                      </a:ext>
                    </a:extLst>
                  </p:cNvPr>
                  <p:cNvSpPr txBox="1"/>
                  <p:nvPr/>
                </p:nvSpPr>
                <p:spPr>
                  <a:xfrm>
                    <a:off x="1459775" y="3274603"/>
                    <a:ext cx="1295398" cy="401115"/>
                  </a:xfrm>
                  <a:prstGeom prst="rect">
                    <a:avLst/>
                  </a:prstGeom>
                  <a:ln cap="rnd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dirty="0">
                        <a:latin typeface="Figtree Black" panose="020B0604020202020204" charset="0"/>
                      </a:rPr>
                      <a:t>Mistral</a:t>
                    </a:r>
                  </a:p>
                </p:txBody>
              </p:sp>
              <p:sp>
                <p:nvSpPr>
                  <p:cNvPr id="95" name="Rectangle : coins arrondis 94">
                    <a:extLst>
                      <a:ext uri="{FF2B5EF4-FFF2-40B4-BE49-F238E27FC236}">
                        <a16:creationId xmlns:a16="http://schemas.microsoft.com/office/drawing/2014/main" id="{6C2B4FD2-FB83-56B5-8003-304D6F7590D3}"/>
                      </a:ext>
                    </a:extLst>
                  </p:cNvPr>
                  <p:cNvSpPr/>
                  <p:nvPr/>
                </p:nvSpPr>
                <p:spPr>
                  <a:xfrm>
                    <a:off x="701038" y="2468880"/>
                    <a:ext cx="2812876" cy="1179480"/>
                  </a:xfrm>
                  <a:prstGeom prst="roundRect">
                    <a:avLst/>
                  </a:prstGeom>
                  <a:noFill/>
                  <a:ln>
                    <a:solidFill>
                      <a:schemeClr val="bg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latin typeface="Figtree Black" panose="020B0604020202020204" charset="0"/>
                    </a:endParaRPr>
                  </a:p>
                </p:txBody>
              </p:sp>
            </p:grpSp>
            <p:cxnSp>
              <p:nvCxnSpPr>
                <p:cNvPr id="92" name="Connecteur droit 91">
                  <a:extLst>
                    <a:ext uri="{FF2B5EF4-FFF2-40B4-BE49-F238E27FC236}">
                      <a16:creationId xmlns:a16="http://schemas.microsoft.com/office/drawing/2014/main" id="{F9631A4C-4104-524E-6F1B-53B2EB9726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0489" y="1844143"/>
                  <a:ext cx="0" cy="397543"/>
                </a:xfrm>
                <a:prstGeom prst="line">
                  <a:avLst/>
                </a:prstGeom>
                <a:ln w="2857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4D108B4A-E4C1-E3DB-C6A0-086E7C9F06B6}"/>
                  </a:ext>
                </a:extLst>
              </p:cNvPr>
              <p:cNvSpPr txBox="1"/>
              <p:nvPr/>
            </p:nvSpPr>
            <p:spPr>
              <a:xfrm>
                <a:off x="356012" y="2502976"/>
                <a:ext cx="2217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latin typeface="Figtree Black" panose="020B0604020202020204" charset="0"/>
                  </a:rPr>
                  <a:t>Modèle de langage (LLM)</a:t>
                </a:r>
              </a:p>
            </p:txBody>
          </p:sp>
        </p:grpSp>
        <p:pic>
          <p:nvPicPr>
            <p:cNvPr id="96" name="Picture 4" descr="Mistral Téléchargement gratuit de lo... · LobeHub">
              <a:extLst>
                <a:ext uri="{FF2B5EF4-FFF2-40B4-BE49-F238E27FC236}">
                  <a16:creationId xmlns:a16="http://schemas.microsoft.com/office/drawing/2014/main" id="{F9BA66FA-D035-E730-44DB-F3C6F40D64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2957" y="2533962"/>
              <a:ext cx="788960" cy="568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2EB688CC-AA25-8562-0591-E29B180B7781}"/>
              </a:ext>
            </a:extLst>
          </p:cNvPr>
          <p:cNvGrpSpPr/>
          <p:nvPr/>
        </p:nvGrpSpPr>
        <p:grpSpPr>
          <a:xfrm>
            <a:off x="6354120" y="1178372"/>
            <a:ext cx="2294085" cy="1807607"/>
            <a:chOff x="5182344" y="1251199"/>
            <a:chExt cx="2294085" cy="1807607"/>
          </a:xfrm>
        </p:grpSpPr>
        <p:grpSp>
          <p:nvGrpSpPr>
            <p:cNvPr id="99" name="Groupe 98">
              <a:extLst>
                <a:ext uri="{FF2B5EF4-FFF2-40B4-BE49-F238E27FC236}">
                  <a16:creationId xmlns:a16="http://schemas.microsoft.com/office/drawing/2014/main" id="{5FE0CBA4-0FC1-FC9C-13E3-85585880B021}"/>
                </a:ext>
              </a:extLst>
            </p:cNvPr>
            <p:cNvGrpSpPr/>
            <p:nvPr/>
          </p:nvGrpSpPr>
          <p:grpSpPr>
            <a:xfrm>
              <a:off x="5182344" y="1251199"/>
              <a:ext cx="2294085" cy="1807607"/>
              <a:chOff x="356012" y="1218589"/>
              <a:chExt cx="2217971" cy="1807607"/>
            </a:xfrm>
          </p:grpSpPr>
          <p:grpSp>
            <p:nvGrpSpPr>
              <p:cNvPr id="101" name="Groupe 100">
                <a:extLst>
                  <a:ext uri="{FF2B5EF4-FFF2-40B4-BE49-F238E27FC236}">
                    <a16:creationId xmlns:a16="http://schemas.microsoft.com/office/drawing/2014/main" id="{6A26B16A-EC33-50D4-A8E1-B673D236B6B5}"/>
                  </a:ext>
                </a:extLst>
              </p:cNvPr>
              <p:cNvGrpSpPr/>
              <p:nvPr/>
            </p:nvGrpSpPr>
            <p:grpSpPr>
              <a:xfrm>
                <a:off x="694202" y="1218589"/>
                <a:ext cx="1437685" cy="1284387"/>
                <a:chOff x="705279" y="1173360"/>
                <a:chExt cx="1570421" cy="1068326"/>
              </a:xfrm>
            </p:grpSpPr>
            <p:grpSp>
              <p:nvGrpSpPr>
                <p:cNvPr id="103" name="Groupe 102">
                  <a:extLst>
                    <a:ext uri="{FF2B5EF4-FFF2-40B4-BE49-F238E27FC236}">
                      <a16:creationId xmlns:a16="http://schemas.microsoft.com/office/drawing/2014/main" id="{9AD4E048-0D9D-A4B9-4F9C-FB0F8CB42847}"/>
                    </a:ext>
                  </a:extLst>
                </p:cNvPr>
                <p:cNvGrpSpPr/>
                <p:nvPr/>
              </p:nvGrpSpPr>
              <p:grpSpPr>
                <a:xfrm>
                  <a:off x="705279" y="1173360"/>
                  <a:ext cx="1570421" cy="686763"/>
                  <a:chOff x="701038" y="2468880"/>
                  <a:chExt cx="2812876" cy="1195611"/>
                </a:xfrm>
              </p:grpSpPr>
              <p:sp>
                <p:nvSpPr>
                  <p:cNvPr id="105" name="ZoneTexte 104">
                    <a:extLst>
                      <a:ext uri="{FF2B5EF4-FFF2-40B4-BE49-F238E27FC236}">
                        <a16:creationId xmlns:a16="http://schemas.microsoft.com/office/drawing/2014/main" id="{976341AD-37E7-F0D4-1600-44B463BB4877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342" y="3263376"/>
                    <a:ext cx="1907749" cy="401115"/>
                  </a:xfrm>
                  <a:prstGeom prst="rect">
                    <a:avLst/>
                  </a:prstGeom>
                  <a:ln cap="rnd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dirty="0" err="1">
                        <a:latin typeface="Figtree Black" panose="020B0604020202020204" charset="0"/>
                      </a:rPr>
                      <a:t>LangChain</a:t>
                    </a:r>
                    <a:endParaRPr lang="fr-FR" sz="1200" dirty="0">
                      <a:latin typeface="Figtree Black" panose="020B0604020202020204" charset="0"/>
                    </a:endParaRPr>
                  </a:p>
                </p:txBody>
              </p:sp>
              <p:sp>
                <p:nvSpPr>
                  <p:cNvPr id="106" name="Rectangle : coins arrondis 105">
                    <a:extLst>
                      <a:ext uri="{FF2B5EF4-FFF2-40B4-BE49-F238E27FC236}">
                        <a16:creationId xmlns:a16="http://schemas.microsoft.com/office/drawing/2014/main" id="{1058DA1F-91C9-C50B-4AF9-58D368AB68CB}"/>
                      </a:ext>
                    </a:extLst>
                  </p:cNvPr>
                  <p:cNvSpPr/>
                  <p:nvPr/>
                </p:nvSpPr>
                <p:spPr>
                  <a:xfrm>
                    <a:off x="701038" y="2468880"/>
                    <a:ext cx="2812876" cy="1179480"/>
                  </a:xfrm>
                  <a:prstGeom prst="roundRect">
                    <a:avLst/>
                  </a:prstGeom>
                  <a:noFill/>
                  <a:ln>
                    <a:solidFill>
                      <a:schemeClr val="bg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>
                      <a:latin typeface="Figtree Black" panose="020B0604020202020204" charset="0"/>
                    </a:endParaRPr>
                  </a:p>
                </p:txBody>
              </p:sp>
            </p:grpSp>
            <p:cxnSp>
              <p:nvCxnSpPr>
                <p:cNvPr id="104" name="Connecteur droit 103">
                  <a:extLst>
                    <a:ext uri="{FF2B5EF4-FFF2-40B4-BE49-F238E27FC236}">
                      <a16:creationId xmlns:a16="http://schemas.microsoft.com/office/drawing/2014/main" id="{6287A63D-15F8-D998-DD72-A6CEE010B8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0489" y="1844143"/>
                  <a:ext cx="0" cy="397543"/>
                </a:xfrm>
                <a:prstGeom prst="line">
                  <a:avLst/>
                </a:prstGeom>
                <a:ln w="2857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886CB3C7-FC20-BF70-A08A-6BFB387C787A}"/>
                  </a:ext>
                </a:extLst>
              </p:cNvPr>
              <p:cNvSpPr txBox="1"/>
              <p:nvPr/>
            </p:nvSpPr>
            <p:spPr>
              <a:xfrm>
                <a:off x="356012" y="2502976"/>
                <a:ext cx="221797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latin typeface="Figtree Black" panose="020B0604020202020204" charset="0"/>
                  </a:rPr>
                  <a:t>Orchestration du pipeline RAG</a:t>
                </a:r>
              </a:p>
            </p:txBody>
          </p:sp>
        </p:grpSp>
        <p:pic>
          <p:nvPicPr>
            <p:cNvPr id="107" name="Image 106">
              <a:extLst>
                <a:ext uri="{FF2B5EF4-FFF2-40B4-BE49-F238E27FC236}">
                  <a16:creationId xmlns:a16="http://schemas.microsoft.com/office/drawing/2014/main" id="{C6C4A669-6A28-462F-511B-2434F3D8F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653338" y="1536909"/>
              <a:ext cx="1194688" cy="146190"/>
            </a:xfrm>
            <a:prstGeom prst="rect">
              <a:avLst/>
            </a:prstGeom>
          </p:spPr>
        </p:pic>
      </p:grp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6570B736-2951-D990-C99C-74F65553013D}"/>
              </a:ext>
            </a:extLst>
          </p:cNvPr>
          <p:cNvGrpSpPr/>
          <p:nvPr/>
        </p:nvGrpSpPr>
        <p:grpSpPr>
          <a:xfrm>
            <a:off x="5009009" y="3066287"/>
            <a:ext cx="2294085" cy="1592164"/>
            <a:chOff x="3851477" y="3011820"/>
            <a:chExt cx="2294085" cy="1592164"/>
          </a:xfrm>
        </p:grpSpPr>
        <p:grpSp>
          <p:nvGrpSpPr>
            <p:cNvPr id="110" name="Groupe 109">
              <a:extLst>
                <a:ext uri="{FF2B5EF4-FFF2-40B4-BE49-F238E27FC236}">
                  <a16:creationId xmlns:a16="http://schemas.microsoft.com/office/drawing/2014/main" id="{C944E05B-8B2D-0AB1-553F-81E11C36F7B8}"/>
                </a:ext>
              </a:extLst>
            </p:cNvPr>
            <p:cNvGrpSpPr/>
            <p:nvPr/>
          </p:nvGrpSpPr>
          <p:grpSpPr>
            <a:xfrm>
              <a:off x="3851477" y="3011820"/>
              <a:ext cx="2294085" cy="1592164"/>
              <a:chOff x="356012" y="1218589"/>
              <a:chExt cx="2217971" cy="1592164"/>
            </a:xfrm>
          </p:grpSpPr>
          <p:grpSp>
            <p:nvGrpSpPr>
              <p:cNvPr id="112" name="Groupe 111">
                <a:extLst>
                  <a:ext uri="{FF2B5EF4-FFF2-40B4-BE49-F238E27FC236}">
                    <a16:creationId xmlns:a16="http://schemas.microsoft.com/office/drawing/2014/main" id="{F0962749-5E22-A7D0-A8A2-0D1988534EBA}"/>
                  </a:ext>
                </a:extLst>
              </p:cNvPr>
              <p:cNvGrpSpPr/>
              <p:nvPr/>
            </p:nvGrpSpPr>
            <p:grpSpPr>
              <a:xfrm>
                <a:off x="694202" y="1218589"/>
                <a:ext cx="1437685" cy="1284387"/>
                <a:chOff x="705279" y="1173360"/>
                <a:chExt cx="1570421" cy="1068326"/>
              </a:xfrm>
            </p:grpSpPr>
            <p:grpSp>
              <p:nvGrpSpPr>
                <p:cNvPr id="114" name="Groupe 113">
                  <a:extLst>
                    <a:ext uri="{FF2B5EF4-FFF2-40B4-BE49-F238E27FC236}">
                      <a16:creationId xmlns:a16="http://schemas.microsoft.com/office/drawing/2014/main" id="{80E6B9D3-6276-173B-DE3B-605F90BC21E3}"/>
                    </a:ext>
                  </a:extLst>
                </p:cNvPr>
                <p:cNvGrpSpPr/>
                <p:nvPr/>
              </p:nvGrpSpPr>
              <p:grpSpPr>
                <a:xfrm>
                  <a:off x="705279" y="1173360"/>
                  <a:ext cx="1570421" cy="686763"/>
                  <a:chOff x="701038" y="2468880"/>
                  <a:chExt cx="2812876" cy="1195611"/>
                </a:xfrm>
              </p:grpSpPr>
              <p:sp>
                <p:nvSpPr>
                  <p:cNvPr id="116" name="ZoneTexte 115">
                    <a:extLst>
                      <a:ext uri="{FF2B5EF4-FFF2-40B4-BE49-F238E27FC236}">
                        <a16:creationId xmlns:a16="http://schemas.microsoft.com/office/drawing/2014/main" id="{B3766229-F65D-2A98-73E8-977160B8A614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342" y="3263376"/>
                    <a:ext cx="1907749" cy="401115"/>
                  </a:xfrm>
                  <a:prstGeom prst="rect">
                    <a:avLst/>
                  </a:prstGeom>
                  <a:ln cap="rnd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dirty="0">
                        <a:latin typeface="Figtree Black" panose="020B0604020202020204" charset="0"/>
                      </a:rPr>
                      <a:t>Docker</a:t>
                    </a:r>
                  </a:p>
                </p:txBody>
              </p:sp>
              <p:sp>
                <p:nvSpPr>
                  <p:cNvPr id="117" name="Rectangle : coins arrondis 116">
                    <a:extLst>
                      <a:ext uri="{FF2B5EF4-FFF2-40B4-BE49-F238E27FC236}">
                        <a16:creationId xmlns:a16="http://schemas.microsoft.com/office/drawing/2014/main" id="{454935C9-B980-A0C8-CA8E-219B9ACE2B64}"/>
                      </a:ext>
                    </a:extLst>
                  </p:cNvPr>
                  <p:cNvSpPr/>
                  <p:nvPr/>
                </p:nvSpPr>
                <p:spPr>
                  <a:xfrm>
                    <a:off x="701038" y="2468880"/>
                    <a:ext cx="2812876" cy="1179480"/>
                  </a:xfrm>
                  <a:prstGeom prst="roundRect">
                    <a:avLst/>
                  </a:prstGeom>
                  <a:noFill/>
                  <a:ln>
                    <a:solidFill>
                      <a:schemeClr val="bg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latin typeface="Figtree Black" panose="020B0604020202020204" charset="0"/>
                    </a:endParaRPr>
                  </a:p>
                </p:txBody>
              </p:sp>
            </p:grpSp>
            <p:cxnSp>
              <p:nvCxnSpPr>
                <p:cNvPr id="115" name="Connecteur droit 114">
                  <a:extLst>
                    <a:ext uri="{FF2B5EF4-FFF2-40B4-BE49-F238E27FC236}">
                      <a16:creationId xmlns:a16="http://schemas.microsoft.com/office/drawing/2014/main" id="{2429CAF3-3A9E-7BF1-73B0-65023179D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0489" y="1844143"/>
                  <a:ext cx="0" cy="397543"/>
                </a:xfrm>
                <a:prstGeom prst="line">
                  <a:avLst/>
                </a:prstGeom>
                <a:ln w="2857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324E0BAB-D82E-7283-633F-C6B847C59019}"/>
                  </a:ext>
                </a:extLst>
              </p:cNvPr>
              <p:cNvSpPr txBox="1"/>
              <p:nvPr/>
            </p:nvSpPr>
            <p:spPr>
              <a:xfrm>
                <a:off x="356012" y="2502976"/>
                <a:ext cx="2217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latin typeface="Figtree Black" panose="020B0604020202020204" charset="0"/>
                  </a:rPr>
                  <a:t>Exécution du système</a:t>
                </a:r>
              </a:p>
            </p:txBody>
          </p:sp>
        </p:grpSp>
        <p:pic>
          <p:nvPicPr>
            <p:cNvPr id="118" name="Picture 14" descr="Logo, Icon, and Brand Guidelines | Docker">
              <a:extLst>
                <a:ext uri="{FF2B5EF4-FFF2-40B4-BE49-F238E27FC236}">
                  <a16:creationId xmlns:a16="http://schemas.microsoft.com/office/drawing/2014/main" id="{46DC07BB-33F1-A3AE-0D19-124EFEB2CB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9335" y="3105683"/>
              <a:ext cx="665251" cy="442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099" name="Groupe 4098">
            <a:extLst>
              <a:ext uri="{FF2B5EF4-FFF2-40B4-BE49-F238E27FC236}">
                <a16:creationId xmlns:a16="http://schemas.microsoft.com/office/drawing/2014/main" id="{9B4C196E-39B5-6FC5-7C29-C000CAB7BF1B}"/>
              </a:ext>
            </a:extLst>
          </p:cNvPr>
          <p:cNvGrpSpPr/>
          <p:nvPr/>
        </p:nvGrpSpPr>
        <p:grpSpPr>
          <a:xfrm>
            <a:off x="2168270" y="3095861"/>
            <a:ext cx="2294085" cy="1592164"/>
            <a:chOff x="3137983" y="3029830"/>
            <a:chExt cx="2294085" cy="1592164"/>
          </a:xfrm>
        </p:grpSpPr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D8E70D48-7CAC-C183-D15D-4B28275D4180}"/>
                </a:ext>
              </a:extLst>
            </p:cNvPr>
            <p:cNvGrpSpPr/>
            <p:nvPr/>
          </p:nvGrpSpPr>
          <p:grpSpPr>
            <a:xfrm>
              <a:off x="3137983" y="3029830"/>
              <a:ext cx="2294085" cy="1592164"/>
              <a:chOff x="356012" y="1218589"/>
              <a:chExt cx="2217971" cy="1592164"/>
            </a:xfrm>
          </p:grpSpPr>
          <p:grpSp>
            <p:nvGrpSpPr>
              <p:cNvPr id="123" name="Groupe 122">
                <a:extLst>
                  <a:ext uri="{FF2B5EF4-FFF2-40B4-BE49-F238E27FC236}">
                    <a16:creationId xmlns:a16="http://schemas.microsoft.com/office/drawing/2014/main" id="{9AD6A2A2-E175-3E5F-3CDD-804948301591}"/>
                  </a:ext>
                </a:extLst>
              </p:cNvPr>
              <p:cNvGrpSpPr/>
              <p:nvPr/>
            </p:nvGrpSpPr>
            <p:grpSpPr>
              <a:xfrm>
                <a:off x="694202" y="1218589"/>
                <a:ext cx="1437685" cy="1284387"/>
                <a:chOff x="705279" y="1173360"/>
                <a:chExt cx="1570421" cy="1068326"/>
              </a:xfrm>
            </p:grpSpPr>
            <p:grpSp>
              <p:nvGrpSpPr>
                <p:cNvPr id="125" name="Groupe 124">
                  <a:extLst>
                    <a:ext uri="{FF2B5EF4-FFF2-40B4-BE49-F238E27FC236}">
                      <a16:creationId xmlns:a16="http://schemas.microsoft.com/office/drawing/2014/main" id="{CA77BFFC-5B28-CABD-A9AF-35E4A80DF913}"/>
                    </a:ext>
                  </a:extLst>
                </p:cNvPr>
                <p:cNvGrpSpPr/>
                <p:nvPr/>
              </p:nvGrpSpPr>
              <p:grpSpPr>
                <a:xfrm>
                  <a:off x="705279" y="1173360"/>
                  <a:ext cx="1570421" cy="686763"/>
                  <a:chOff x="701038" y="2468880"/>
                  <a:chExt cx="2812876" cy="1195611"/>
                </a:xfrm>
              </p:grpSpPr>
              <p:sp>
                <p:nvSpPr>
                  <p:cNvPr id="127" name="ZoneTexte 126">
                    <a:extLst>
                      <a:ext uri="{FF2B5EF4-FFF2-40B4-BE49-F238E27FC236}">
                        <a16:creationId xmlns:a16="http://schemas.microsoft.com/office/drawing/2014/main" id="{F067E8B8-E626-6D5B-3D78-BFFC41624A46}"/>
                      </a:ext>
                    </a:extLst>
                  </p:cNvPr>
                  <p:cNvSpPr txBox="1"/>
                  <p:nvPr/>
                </p:nvSpPr>
                <p:spPr>
                  <a:xfrm>
                    <a:off x="1204342" y="3263376"/>
                    <a:ext cx="1907749" cy="401115"/>
                  </a:xfrm>
                  <a:prstGeom prst="rect">
                    <a:avLst/>
                  </a:prstGeom>
                  <a:ln cap="rnd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dirty="0">
                        <a:latin typeface="Figtree Black" panose="020B0604020202020204" charset="0"/>
                      </a:rPr>
                      <a:t>Fast API</a:t>
                    </a:r>
                  </a:p>
                </p:txBody>
              </p:sp>
              <p:sp>
                <p:nvSpPr>
                  <p:cNvPr id="4096" name="Rectangle : coins arrondis 4095">
                    <a:extLst>
                      <a:ext uri="{FF2B5EF4-FFF2-40B4-BE49-F238E27FC236}">
                        <a16:creationId xmlns:a16="http://schemas.microsoft.com/office/drawing/2014/main" id="{E658812C-5CE4-0C13-0FC6-C836D5064BE1}"/>
                      </a:ext>
                    </a:extLst>
                  </p:cNvPr>
                  <p:cNvSpPr/>
                  <p:nvPr/>
                </p:nvSpPr>
                <p:spPr>
                  <a:xfrm>
                    <a:off x="701038" y="2468880"/>
                    <a:ext cx="2812876" cy="1179480"/>
                  </a:xfrm>
                  <a:prstGeom prst="roundRect">
                    <a:avLst/>
                  </a:prstGeom>
                  <a:noFill/>
                  <a:ln>
                    <a:solidFill>
                      <a:schemeClr val="bg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latin typeface="Figtree Black" panose="020B0604020202020204" charset="0"/>
                    </a:endParaRPr>
                  </a:p>
                </p:txBody>
              </p:sp>
            </p:grpSp>
            <p:cxnSp>
              <p:nvCxnSpPr>
                <p:cNvPr id="126" name="Connecteur droit 125">
                  <a:extLst>
                    <a:ext uri="{FF2B5EF4-FFF2-40B4-BE49-F238E27FC236}">
                      <a16:creationId xmlns:a16="http://schemas.microsoft.com/office/drawing/2014/main" id="{D67C25A3-18B4-4271-13D0-25463D1A84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0489" y="1844143"/>
                  <a:ext cx="0" cy="397543"/>
                </a:xfrm>
                <a:prstGeom prst="line">
                  <a:avLst/>
                </a:prstGeom>
                <a:ln w="28575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4" name="ZoneTexte 123">
                <a:extLst>
                  <a:ext uri="{FF2B5EF4-FFF2-40B4-BE49-F238E27FC236}">
                    <a16:creationId xmlns:a16="http://schemas.microsoft.com/office/drawing/2014/main" id="{6E581777-3FB5-2487-700B-B0E2066846AF}"/>
                  </a:ext>
                </a:extLst>
              </p:cNvPr>
              <p:cNvSpPr txBox="1"/>
              <p:nvPr/>
            </p:nvSpPr>
            <p:spPr>
              <a:xfrm>
                <a:off x="356012" y="2502976"/>
                <a:ext cx="2217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latin typeface="Figtree Black" panose="020B0604020202020204" charset="0"/>
                  </a:rPr>
                  <a:t>Exposition de l’API</a:t>
                </a:r>
              </a:p>
            </p:txBody>
          </p:sp>
        </p:grpSp>
        <p:pic>
          <p:nvPicPr>
            <p:cNvPr id="4097" name="Picture 8" descr="FastAPI">
              <a:extLst>
                <a:ext uri="{FF2B5EF4-FFF2-40B4-BE49-F238E27FC236}">
                  <a16:creationId xmlns:a16="http://schemas.microsoft.com/office/drawing/2014/main" id="{26AE8018-B9E4-E887-6AB2-B217C0113B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62" t="22706" r="8284" b="24607"/>
            <a:stretch>
              <a:fillRect/>
            </a:stretch>
          </p:blipFill>
          <p:spPr bwMode="auto">
            <a:xfrm>
              <a:off x="3800068" y="3227519"/>
              <a:ext cx="797104" cy="185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073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A1C1CF75-7CBD-D861-46B5-8507466A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CBF661D-B6E2-5195-8F3D-0E9BEC847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60" y="2182385"/>
            <a:ext cx="7704000" cy="572700"/>
          </a:xfrm>
        </p:spPr>
        <p:txBody>
          <a:bodyPr/>
          <a:lstStyle/>
          <a:p>
            <a:pPr algn="ctr"/>
            <a:r>
              <a:rPr lang="fr-FR" sz="4000" dirty="0"/>
              <a:t>Evaluation et limites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2DB27E-166E-556E-0BA6-A56A88AF8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138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4B8087BE-6DCD-014F-E3A8-75A2F451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3D080AB4-D784-2214-1CD6-8DF649F56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fr-FR" dirty="0"/>
              <a:t>RAGAS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6C4D9189-B4AE-8753-FFDA-4E1BE62FB08D}"/>
              </a:ext>
            </a:extLst>
          </p:cNvPr>
          <p:cNvGrpSpPr/>
          <p:nvPr/>
        </p:nvGrpSpPr>
        <p:grpSpPr>
          <a:xfrm>
            <a:off x="720000" y="1282283"/>
            <a:ext cx="5570422" cy="773139"/>
            <a:chOff x="896308" y="2192250"/>
            <a:chExt cx="5570422" cy="773139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CD58047F-D447-CEBE-4A37-9FBDB6E13942}"/>
                </a:ext>
              </a:extLst>
            </p:cNvPr>
            <p:cNvSpPr txBox="1"/>
            <p:nvPr/>
          </p:nvSpPr>
          <p:spPr>
            <a:xfrm>
              <a:off x="896308" y="2192250"/>
              <a:ext cx="355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>
                  <a:latin typeface="Figtree Black" panose="020B0604020202020204" charset="0"/>
                </a:rPr>
                <a:t>Objectif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A3C247D2-E292-96CB-AE89-D2F6C1F19E3C}"/>
                </a:ext>
              </a:extLst>
            </p:cNvPr>
            <p:cNvSpPr txBox="1"/>
            <p:nvPr/>
          </p:nvSpPr>
          <p:spPr>
            <a:xfrm>
              <a:off x="1252714" y="2589837"/>
              <a:ext cx="5214016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Mesurer la qualité des réponses du système RAG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8270ED8-BEB5-D258-AA64-CCCE73791B95}"/>
              </a:ext>
            </a:extLst>
          </p:cNvPr>
          <p:cNvGrpSpPr/>
          <p:nvPr/>
        </p:nvGrpSpPr>
        <p:grpSpPr>
          <a:xfrm>
            <a:off x="720000" y="2313760"/>
            <a:ext cx="5570422" cy="1096304"/>
            <a:chOff x="896308" y="2192250"/>
            <a:chExt cx="5570422" cy="1096304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E9940504-0EBB-CEA8-70EE-1F4DA92DE057}"/>
                </a:ext>
              </a:extLst>
            </p:cNvPr>
            <p:cNvSpPr txBox="1"/>
            <p:nvPr/>
          </p:nvSpPr>
          <p:spPr>
            <a:xfrm>
              <a:off x="896308" y="2192250"/>
              <a:ext cx="355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>
                  <a:latin typeface="Figtree Black" panose="020B0604020202020204" charset="0"/>
                </a:rPr>
                <a:t>Méthode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05194322-E6D3-885A-CFDB-BD8DF88E9FBF}"/>
                </a:ext>
              </a:extLst>
            </p:cNvPr>
            <p:cNvSpPr txBox="1"/>
            <p:nvPr/>
          </p:nvSpPr>
          <p:spPr>
            <a:xfrm>
              <a:off x="1252714" y="2589837"/>
              <a:ext cx="5214016" cy="698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Jeu de test annoté (questions / réponses de référence)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Comparaison avec les réponses générées</a:t>
              </a:r>
            </a:p>
          </p:txBody>
        </p:sp>
      </p:grp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8E3A5B47-78C2-4D05-4461-F966C37A0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45983"/>
              </p:ext>
            </p:extLst>
          </p:nvPr>
        </p:nvGraphicFramePr>
        <p:xfrm>
          <a:off x="6036590" y="3135649"/>
          <a:ext cx="2600435" cy="156282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71735">
                  <a:extLst>
                    <a:ext uri="{9D8B030D-6E8A-4147-A177-3AD203B41FA5}">
                      <a16:colId xmlns:a16="http://schemas.microsoft.com/office/drawing/2014/main" val="259333249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67499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br>
                        <a:rPr lang="fr-FR" b="0" dirty="0">
                          <a:solidFill>
                            <a:sysClr val="windowText" lastClr="000000"/>
                          </a:solidFill>
                          <a:effectLst/>
                          <a:latin typeface="Figtree Black" panose="020B0604020202020204" charset="0"/>
                        </a:rPr>
                      </a:br>
                      <a:r>
                        <a:rPr lang="fr-FR" dirty="0"/>
                        <a:t>Métrique</a:t>
                      </a:r>
                      <a:endParaRPr lang="fr-FR" b="0" dirty="0">
                        <a:solidFill>
                          <a:sysClr val="windowText" lastClr="000000"/>
                        </a:solidFill>
                        <a:effectLst/>
                        <a:latin typeface="Figtree Black" panose="020B0604020202020204" charset="0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dirty="0"/>
                        <a:t>Score</a:t>
                      </a:r>
                      <a:endParaRPr lang="fr-FR" b="0" dirty="0">
                        <a:solidFill>
                          <a:sysClr val="windowText" lastClr="000000"/>
                        </a:solidFill>
                        <a:effectLst/>
                        <a:latin typeface="Figtree Black" panose="020B0604020202020204" charset="0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09307181"/>
                  </a:ext>
                </a:extLst>
              </a:tr>
              <a:tr h="3436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 err="1"/>
                        <a:t>Context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recall</a:t>
                      </a:r>
                      <a:endParaRPr lang="fr-FR" dirty="0">
                        <a:effectLst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0.75</a:t>
                      </a:r>
                      <a:endParaRPr lang="fr-FR" dirty="0">
                        <a:effectLst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85183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 err="1"/>
                        <a:t>Answer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relevancy</a:t>
                      </a:r>
                      <a:endParaRPr lang="fr-FR" dirty="0">
                        <a:effectLst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>
                          <a:effectLst/>
                        </a:rPr>
                        <a:t>0,66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84295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 err="1"/>
                        <a:t>Faithfulness</a:t>
                      </a:r>
                      <a:endParaRPr lang="fr-FR" dirty="0">
                        <a:effectLst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>
                          <a:effectLst/>
                        </a:rPr>
                        <a:t>0,56</a:t>
                      </a: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150803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41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AE8AB0F8-5377-21C0-C7BC-AF9A3FC74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2">
            <a:extLst>
              <a:ext uri="{FF2B5EF4-FFF2-40B4-BE49-F238E27FC236}">
                <a16:creationId xmlns:a16="http://schemas.microsoft.com/office/drawing/2014/main" id="{755A125E-4D57-7C2D-BA35-E8381B7DC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</p:spPr>
        <p:txBody>
          <a:bodyPr/>
          <a:lstStyle/>
          <a:p>
            <a:r>
              <a:rPr lang="fr-FR" dirty="0"/>
              <a:t>Limites et perspectives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08842A-BB28-3852-8F1B-6139B9775CBA}"/>
              </a:ext>
            </a:extLst>
          </p:cNvPr>
          <p:cNvSpPr txBox="1"/>
          <p:nvPr/>
        </p:nvSpPr>
        <p:spPr>
          <a:xfrm>
            <a:off x="2161342" y="1282283"/>
            <a:ext cx="114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latin typeface="Figtree Black" panose="020B0604020202020204" charset="0"/>
              </a:rPr>
              <a:t>Limites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A546A3-8787-4C3A-AA61-A04ADDA6AAD1}"/>
              </a:ext>
            </a:extLst>
          </p:cNvPr>
          <p:cNvSpPr txBox="1"/>
          <p:nvPr/>
        </p:nvSpPr>
        <p:spPr>
          <a:xfrm>
            <a:off x="5599382" y="1282283"/>
            <a:ext cx="161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latin typeface="Figtree Black" panose="020B0604020202020204" charset="0"/>
              </a:rPr>
              <a:t>Perspectives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2311F1A-FB50-4BAD-D340-09A8163E2CE2}"/>
              </a:ext>
            </a:extLst>
          </p:cNvPr>
          <p:cNvCxnSpPr/>
          <p:nvPr/>
        </p:nvCxnSpPr>
        <p:spPr>
          <a:xfrm>
            <a:off x="4417017" y="1466949"/>
            <a:ext cx="0" cy="274859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EDB8BF5A-B886-BF0E-63EA-DBAE7C13DDC6}"/>
              </a:ext>
            </a:extLst>
          </p:cNvPr>
          <p:cNvSpPr txBox="1"/>
          <p:nvPr/>
        </p:nvSpPr>
        <p:spPr>
          <a:xfrm>
            <a:off x="1133287" y="1843535"/>
            <a:ext cx="3203655" cy="199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Dépendance à la qualité des données </a:t>
            </a:r>
            <a:r>
              <a:rPr lang="fr-FR" dirty="0" err="1">
                <a:latin typeface="Figtree Black" panose="020B0604020202020204" charset="0"/>
              </a:rPr>
              <a:t>OpenAgenda</a:t>
            </a:r>
            <a:endParaRPr lang="fr-FR" dirty="0">
              <a:latin typeface="Figtree Black" panose="020B0604020202020204" charset="0"/>
            </a:endParaRP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Jeu de test limité (POC)</a:t>
            </a: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Précision variable selon les questions</a:t>
            </a: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Pas de personnalisation utilisateur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8581215-3C3D-1E04-2935-24EBF058EC10}"/>
              </a:ext>
            </a:extLst>
          </p:cNvPr>
          <p:cNvSpPr txBox="1"/>
          <p:nvPr/>
        </p:nvSpPr>
        <p:spPr>
          <a:xfrm>
            <a:off x="4571328" y="1843535"/>
            <a:ext cx="4107723" cy="199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Enrichissement et diversification des données</a:t>
            </a: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Amélioration du filtrage et du </a:t>
            </a:r>
            <a:r>
              <a:rPr lang="fr-FR" dirty="0" err="1">
                <a:latin typeface="Figtree Black" panose="020B0604020202020204" charset="0"/>
              </a:rPr>
              <a:t>chunking</a:t>
            </a:r>
            <a:endParaRPr lang="fr-FR" dirty="0">
              <a:latin typeface="Figtree Black" panose="020B0604020202020204" charset="0"/>
            </a:endParaRP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Évaluation sur un jeu de tests plus large</a:t>
            </a: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Font typeface="Figtree Black" panose="020B0604020202020204" charset="0"/>
              <a:buChar char="●"/>
            </a:pPr>
            <a:r>
              <a:rPr lang="fr-FR" dirty="0">
                <a:latin typeface="Figtree Black" panose="020B0604020202020204" charset="0"/>
              </a:rPr>
              <a:t>Ajout de filtres métier (dates, catégories, lieux)</a:t>
            </a:r>
          </a:p>
        </p:txBody>
      </p:sp>
    </p:spTree>
    <p:extLst>
      <p:ext uri="{BB962C8B-B14F-4D97-AF65-F5344CB8AC3E}">
        <p14:creationId xmlns:p14="http://schemas.microsoft.com/office/powerpoint/2010/main" val="2375066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>
          <a:extLst>
            <a:ext uri="{FF2B5EF4-FFF2-40B4-BE49-F238E27FC236}">
              <a16:creationId xmlns:a16="http://schemas.microsoft.com/office/drawing/2014/main" id="{33603772-9A40-692D-87FA-591821A4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AC54622-485E-9299-A25A-A7718508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60" y="2182385"/>
            <a:ext cx="7704000" cy="572700"/>
          </a:xfrm>
        </p:spPr>
        <p:txBody>
          <a:bodyPr/>
          <a:lstStyle/>
          <a:p>
            <a:pPr algn="ctr"/>
            <a:r>
              <a:rPr lang="fr-FR" sz="4000" dirty="0"/>
              <a:t>API &amp; </a:t>
            </a:r>
            <a:r>
              <a:rPr lang="fr-FR" sz="4000" dirty="0" err="1"/>
              <a:t>endpoints</a:t>
            </a:r>
            <a:endParaRPr lang="fr-FR" sz="4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84F843-20C2-FB20-12BE-29CB363CC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691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FE5DC2BC-37E2-B2C3-4973-9AA482D0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6916F78-1BFF-1E3F-3984-0E65A52B5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 &amp; </a:t>
            </a:r>
            <a:r>
              <a:rPr lang="fr-FR" dirty="0" err="1"/>
              <a:t>endpoints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C6B2B2-4952-7FD8-C448-EF24DD3163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15</a:t>
            </a:fld>
            <a:endParaRPr lang="fr-FR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F61E168-F389-3540-6591-1A0F1A9BD8DA}"/>
              </a:ext>
            </a:extLst>
          </p:cNvPr>
          <p:cNvGrpSpPr/>
          <p:nvPr/>
        </p:nvGrpSpPr>
        <p:grpSpPr>
          <a:xfrm>
            <a:off x="720000" y="1282283"/>
            <a:ext cx="5570422" cy="773139"/>
            <a:chOff x="896308" y="2192250"/>
            <a:chExt cx="5570422" cy="773139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C3795811-D37F-2C7D-7C38-43B7F4CC00E9}"/>
                </a:ext>
              </a:extLst>
            </p:cNvPr>
            <p:cNvSpPr txBox="1"/>
            <p:nvPr/>
          </p:nvSpPr>
          <p:spPr>
            <a:xfrm>
              <a:off x="896308" y="2192250"/>
              <a:ext cx="355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>
                  <a:latin typeface="Figtree Black" panose="020B0604020202020204" charset="0"/>
                </a:rPr>
                <a:t>Objectif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E419DA3F-3D54-B7E7-F8D6-E2CECECAA39B}"/>
                </a:ext>
              </a:extLst>
            </p:cNvPr>
            <p:cNvSpPr txBox="1"/>
            <p:nvPr/>
          </p:nvSpPr>
          <p:spPr>
            <a:xfrm>
              <a:off x="1252714" y="2589837"/>
              <a:ext cx="5214016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Rendre le système RAG accessible via une API.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F0DACEFA-DCD3-9A64-1DEE-86A71337F94C}"/>
              </a:ext>
            </a:extLst>
          </p:cNvPr>
          <p:cNvGrpSpPr/>
          <p:nvPr/>
        </p:nvGrpSpPr>
        <p:grpSpPr>
          <a:xfrm>
            <a:off x="706364" y="2259382"/>
            <a:ext cx="5570422" cy="773139"/>
            <a:chOff x="896308" y="2192250"/>
            <a:chExt cx="5570422" cy="773139"/>
          </a:xfrm>
        </p:grpSpPr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E364B4CD-2FAF-3276-676C-10D21B2A798D}"/>
                </a:ext>
              </a:extLst>
            </p:cNvPr>
            <p:cNvSpPr txBox="1"/>
            <p:nvPr/>
          </p:nvSpPr>
          <p:spPr>
            <a:xfrm>
              <a:off x="896308" y="2192250"/>
              <a:ext cx="355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>
                  <a:latin typeface="Figtree Black" panose="020B0604020202020204" charset="0"/>
                </a:rPr>
                <a:t>Framework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C65C2A6C-70D2-64F1-7C45-9036AC5445CD}"/>
                </a:ext>
              </a:extLst>
            </p:cNvPr>
            <p:cNvSpPr txBox="1"/>
            <p:nvPr/>
          </p:nvSpPr>
          <p:spPr>
            <a:xfrm>
              <a:off x="1252714" y="2589837"/>
              <a:ext cx="5214016" cy="37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 err="1"/>
                <a:t>FastAPI</a:t>
              </a:r>
              <a:endParaRPr lang="fr-FR" dirty="0"/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A5868F6-3696-380C-0C2E-533C0061E394}"/>
              </a:ext>
            </a:extLst>
          </p:cNvPr>
          <p:cNvGrpSpPr/>
          <p:nvPr/>
        </p:nvGrpSpPr>
        <p:grpSpPr>
          <a:xfrm>
            <a:off x="732840" y="3297079"/>
            <a:ext cx="6174856" cy="1742635"/>
            <a:chOff x="896308" y="2192250"/>
            <a:chExt cx="6174856" cy="1742635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45DB2E62-FD30-6738-FEAD-1A508E491319}"/>
                </a:ext>
              </a:extLst>
            </p:cNvPr>
            <p:cNvSpPr txBox="1"/>
            <p:nvPr/>
          </p:nvSpPr>
          <p:spPr>
            <a:xfrm>
              <a:off x="896308" y="2192250"/>
              <a:ext cx="35585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800" dirty="0" err="1">
                  <a:latin typeface="Figtree Black" panose="020B0604020202020204" charset="0"/>
                </a:rPr>
                <a:t>Endpoints</a:t>
              </a:r>
              <a:r>
                <a:rPr lang="fr-FR" sz="1800" dirty="0">
                  <a:latin typeface="Figtree Black" panose="020B0604020202020204" charset="0"/>
                </a:rPr>
                <a:t> 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3A5DCAD-F989-A471-2177-13824C012FEA}"/>
                </a:ext>
              </a:extLst>
            </p:cNvPr>
            <p:cNvSpPr txBox="1"/>
            <p:nvPr/>
          </p:nvSpPr>
          <p:spPr>
            <a:xfrm>
              <a:off x="1252714" y="2589837"/>
              <a:ext cx="5818450" cy="1345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POST /</a:t>
              </a:r>
              <a:r>
                <a:rPr lang="fr-FR" dirty="0" err="1"/>
                <a:t>ask</a:t>
              </a:r>
              <a:r>
                <a:rPr lang="fr-FR" dirty="0"/>
                <a:t> : Question utilisateur       Réponse générée + sources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fr-FR" dirty="0"/>
                <a:t>POST /</a:t>
              </a:r>
              <a:r>
                <a:rPr lang="fr-FR" dirty="0" err="1"/>
                <a:t>rebuild</a:t>
              </a:r>
              <a:r>
                <a:rPr lang="fr-FR" dirty="0"/>
                <a:t> : Reconstruction de l’index vectoriel</a:t>
              </a:r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endParaRPr lang="fr-FR" dirty="0"/>
            </a:p>
            <a:p>
              <a:pPr marL="285750" indent="-285750">
                <a:lnSpc>
                  <a:spcPct val="150000"/>
                </a:lnSpc>
                <a:buClr>
                  <a:schemeClr val="bg2"/>
                </a:buClr>
                <a:buSzPct val="100000"/>
                <a:buFont typeface="Arial" panose="020B0604020202020204" pitchFamily="34" charset="0"/>
                <a:buChar char="●"/>
              </a:pPr>
              <a:endParaRPr lang="fr-FR" dirty="0"/>
            </a:p>
          </p:txBody>
        </p:sp>
      </p:grp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92A968EB-72AF-E27D-911D-C73143960B89}"/>
              </a:ext>
            </a:extLst>
          </p:cNvPr>
          <p:cNvCxnSpPr>
            <a:cxnSpLocks/>
          </p:cNvCxnSpPr>
          <p:nvPr/>
        </p:nvCxnSpPr>
        <p:spPr>
          <a:xfrm>
            <a:off x="4071533" y="3928820"/>
            <a:ext cx="22436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101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>
          <a:extLst>
            <a:ext uri="{FF2B5EF4-FFF2-40B4-BE49-F238E27FC236}">
              <a16:creationId xmlns:a16="http://schemas.microsoft.com/office/drawing/2014/main" id="{C498AA1B-D4A7-596A-9E0C-343055AF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A36A3EE-1115-372E-1816-BCED8C4F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59066"/>
            <a:ext cx="7704000" cy="572700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2"/>
                </a:solidFill>
              </a:rPr>
              <a:t>Démonstration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F3EAEB-1694-3BF5-E190-C4E8D1BBB4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16</a:t>
            </a:fld>
            <a:endParaRPr lang="fr-FR"/>
          </a:p>
        </p:txBody>
      </p:sp>
      <p:grpSp>
        <p:nvGrpSpPr>
          <p:cNvPr id="2" name="Google Shape;10455;p78">
            <a:extLst>
              <a:ext uri="{FF2B5EF4-FFF2-40B4-BE49-F238E27FC236}">
                <a16:creationId xmlns:a16="http://schemas.microsoft.com/office/drawing/2014/main" id="{0F094252-8CC5-B883-9F41-38FC084484E6}"/>
              </a:ext>
            </a:extLst>
          </p:cNvPr>
          <p:cNvGrpSpPr/>
          <p:nvPr/>
        </p:nvGrpSpPr>
        <p:grpSpPr>
          <a:xfrm>
            <a:off x="4106180" y="3045417"/>
            <a:ext cx="721541" cy="700001"/>
            <a:chOff x="-49048250" y="2316775"/>
            <a:chExt cx="300100" cy="300125"/>
          </a:xfrm>
        </p:grpSpPr>
        <p:sp>
          <p:nvSpPr>
            <p:cNvPr id="5" name="Google Shape;10456;p78">
              <a:extLst>
                <a:ext uri="{FF2B5EF4-FFF2-40B4-BE49-F238E27FC236}">
                  <a16:creationId xmlns:a16="http://schemas.microsoft.com/office/drawing/2014/main" id="{E238CCE0-3C84-B2E9-F7B7-E780FA9FDBEC}"/>
                </a:ext>
              </a:extLst>
            </p:cNvPr>
            <p:cNvSpPr/>
            <p:nvPr/>
          </p:nvSpPr>
          <p:spPr>
            <a:xfrm>
              <a:off x="-49048250" y="23167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10933" y="663"/>
                  </a:moveTo>
                  <a:cubicBezTo>
                    <a:pt x="11122" y="694"/>
                    <a:pt x="11311" y="852"/>
                    <a:pt x="11311" y="1009"/>
                  </a:cubicBezTo>
                  <a:lnTo>
                    <a:pt x="11311" y="1734"/>
                  </a:lnTo>
                  <a:lnTo>
                    <a:pt x="10366" y="1734"/>
                  </a:lnTo>
                  <a:lnTo>
                    <a:pt x="9106" y="663"/>
                  </a:lnTo>
                  <a:close/>
                  <a:moveTo>
                    <a:pt x="5136" y="694"/>
                  </a:moveTo>
                  <a:lnTo>
                    <a:pt x="6396" y="1765"/>
                  </a:lnTo>
                  <a:lnTo>
                    <a:pt x="4726" y="1765"/>
                  </a:lnTo>
                  <a:lnTo>
                    <a:pt x="3466" y="694"/>
                  </a:lnTo>
                  <a:close/>
                  <a:moveTo>
                    <a:pt x="7971" y="694"/>
                  </a:moveTo>
                  <a:lnTo>
                    <a:pt x="9232" y="1765"/>
                  </a:lnTo>
                  <a:lnTo>
                    <a:pt x="7562" y="1765"/>
                  </a:lnTo>
                  <a:lnTo>
                    <a:pt x="6302" y="694"/>
                  </a:lnTo>
                  <a:close/>
                  <a:moveTo>
                    <a:pt x="2363" y="663"/>
                  </a:moveTo>
                  <a:lnTo>
                    <a:pt x="4033" y="2080"/>
                  </a:lnTo>
                  <a:lnTo>
                    <a:pt x="2363" y="3498"/>
                  </a:lnTo>
                  <a:lnTo>
                    <a:pt x="694" y="3498"/>
                  </a:lnTo>
                  <a:lnTo>
                    <a:pt x="694" y="1009"/>
                  </a:lnTo>
                  <a:cubicBezTo>
                    <a:pt x="694" y="820"/>
                    <a:pt x="851" y="663"/>
                    <a:pt x="1040" y="663"/>
                  </a:cubicBezTo>
                  <a:close/>
                  <a:moveTo>
                    <a:pt x="6396" y="2427"/>
                  </a:moveTo>
                  <a:lnTo>
                    <a:pt x="5136" y="3498"/>
                  </a:lnTo>
                  <a:lnTo>
                    <a:pt x="3466" y="3498"/>
                  </a:lnTo>
                  <a:lnTo>
                    <a:pt x="4726" y="2427"/>
                  </a:lnTo>
                  <a:close/>
                  <a:moveTo>
                    <a:pt x="9200" y="2427"/>
                  </a:moveTo>
                  <a:lnTo>
                    <a:pt x="7940" y="3498"/>
                  </a:lnTo>
                  <a:lnTo>
                    <a:pt x="6239" y="3498"/>
                  </a:lnTo>
                  <a:lnTo>
                    <a:pt x="7499" y="2427"/>
                  </a:lnTo>
                  <a:close/>
                  <a:moveTo>
                    <a:pt x="11248" y="2427"/>
                  </a:moveTo>
                  <a:lnTo>
                    <a:pt x="11248" y="3498"/>
                  </a:lnTo>
                  <a:lnTo>
                    <a:pt x="9043" y="3498"/>
                  </a:lnTo>
                  <a:lnTo>
                    <a:pt x="10303" y="2427"/>
                  </a:lnTo>
                  <a:close/>
                  <a:moveTo>
                    <a:pt x="11311" y="4160"/>
                  </a:moveTo>
                  <a:lnTo>
                    <a:pt x="11311" y="10902"/>
                  </a:lnTo>
                  <a:cubicBezTo>
                    <a:pt x="11311" y="11091"/>
                    <a:pt x="11153" y="11248"/>
                    <a:pt x="10933" y="11248"/>
                  </a:cubicBezTo>
                  <a:lnTo>
                    <a:pt x="1072" y="11248"/>
                  </a:lnTo>
                  <a:cubicBezTo>
                    <a:pt x="851" y="11248"/>
                    <a:pt x="694" y="11091"/>
                    <a:pt x="694" y="10902"/>
                  </a:cubicBezTo>
                  <a:lnTo>
                    <a:pt x="694" y="4160"/>
                  </a:ln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lnTo>
                    <a:pt x="1" y="10933"/>
                  </a:lnTo>
                  <a:cubicBezTo>
                    <a:pt x="1" y="11532"/>
                    <a:pt x="473" y="12004"/>
                    <a:pt x="1040" y="12004"/>
                  </a:cubicBezTo>
                  <a:lnTo>
                    <a:pt x="10933" y="12004"/>
                  </a:lnTo>
                  <a:cubicBezTo>
                    <a:pt x="11531" y="12004"/>
                    <a:pt x="12004" y="11532"/>
                    <a:pt x="12004" y="10933"/>
                  </a:cubicBezTo>
                  <a:lnTo>
                    <a:pt x="12004" y="3845"/>
                  </a:lnTo>
                  <a:lnTo>
                    <a:pt x="12004" y="1041"/>
                  </a:lnTo>
                  <a:cubicBezTo>
                    <a:pt x="11972" y="474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457;p78">
              <a:extLst>
                <a:ext uri="{FF2B5EF4-FFF2-40B4-BE49-F238E27FC236}">
                  <a16:creationId xmlns:a16="http://schemas.microsoft.com/office/drawing/2014/main" id="{DDF5933F-02EF-F354-6AA8-0E6ABDF9866F}"/>
                </a:ext>
              </a:extLst>
            </p:cNvPr>
            <p:cNvSpPr/>
            <p:nvPr/>
          </p:nvSpPr>
          <p:spPr>
            <a:xfrm>
              <a:off x="-49004150" y="2360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458;p78">
              <a:extLst>
                <a:ext uri="{FF2B5EF4-FFF2-40B4-BE49-F238E27FC236}">
                  <a16:creationId xmlns:a16="http://schemas.microsoft.com/office/drawing/2014/main" id="{D92E6BFA-8E34-9BF3-0EE1-EE8D7467E8AF}"/>
                </a:ext>
              </a:extLst>
            </p:cNvPr>
            <p:cNvSpPr/>
            <p:nvPr/>
          </p:nvSpPr>
          <p:spPr>
            <a:xfrm>
              <a:off x="-48925375" y="2465650"/>
              <a:ext cx="71700" cy="86650"/>
            </a:xfrm>
            <a:custGeom>
              <a:avLst/>
              <a:gdLst/>
              <a:ahLst/>
              <a:cxnLst/>
              <a:rect l="l" t="t" r="r" b="b"/>
              <a:pathLst>
                <a:path w="2868" h="3466" extrusionOk="0">
                  <a:moveTo>
                    <a:pt x="693" y="1040"/>
                  </a:moveTo>
                  <a:lnTo>
                    <a:pt x="1859" y="1796"/>
                  </a:lnTo>
                  <a:lnTo>
                    <a:pt x="693" y="2552"/>
                  </a:lnTo>
                  <a:lnTo>
                    <a:pt x="693" y="1040"/>
                  </a:lnTo>
                  <a:close/>
                  <a:moveTo>
                    <a:pt x="343" y="1"/>
                  </a:moveTo>
                  <a:cubicBezTo>
                    <a:pt x="167" y="1"/>
                    <a:pt x="0" y="141"/>
                    <a:pt x="0" y="347"/>
                  </a:cubicBezTo>
                  <a:lnTo>
                    <a:pt x="0" y="3151"/>
                  </a:lnTo>
                  <a:cubicBezTo>
                    <a:pt x="0" y="3333"/>
                    <a:pt x="165" y="3466"/>
                    <a:pt x="340" y="3466"/>
                  </a:cubicBezTo>
                  <a:cubicBezTo>
                    <a:pt x="407" y="3466"/>
                    <a:pt x="475" y="3446"/>
                    <a:pt x="536" y="3403"/>
                  </a:cubicBezTo>
                  <a:lnTo>
                    <a:pt x="2678" y="1985"/>
                  </a:lnTo>
                  <a:cubicBezTo>
                    <a:pt x="2867" y="1922"/>
                    <a:pt x="2867" y="1639"/>
                    <a:pt x="2678" y="1481"/>
                  </a:cubicBezTo>
                  <a:lnTo>
                    <a:pt x="536" y="63"/>
                  </a:lnTo>
                  <a:cubicBezTo>
                    <a:pt x="476" y="20"/>
                    <a:pt x="409" y="1"/>
                    <a:pt x="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459;p78">
              <a:extLst>
                <a:ext uri="{FF2B5EF4-FFF2-40B4-BE49-F238E27FC236}">
                  <a16:creationId xmlns:a16="http://schemas.microsoft.com/office/drawing/2014/main" id="{0E2ACBF9-E6BA-3B30-49CE-14F0574B6D71}"/>
                </a:ext>
              </a:extLst>
            </p:cNvPr>
            <p:cNvSpPr/>
            <p:nvPr/>
          </p:nvSpPr>
          <p:spPr>
            <a:xfrm>
              <a:off x="-48977350" y="2431000"/>
              <a:ext cx="157525" cy="157550"/>
            </a:xfrm>
            <a:custGeom>
              <a:avLst/>
              <a:gdLst/>
              <a:ahLst/>
              <a:cxnLst/>
              <a:rect l="l" t="t" r="r" b="b"/>
              <a:pathLst>
                <a:path w="6301" h="6302" extrusionOk="0">
                  <a:moveTo>
                    <a:pt x="3151" y="756"/>
                  </a:moveTo>
                  <a:cubicBezTo>
                    <a:pt x="4474" y="756"/>
                    <a:pt x="5576" y="1859"/>
                    <a:pt x="5576" y="3182"/>
                  </a:cubicBezTo>
                  <a:cubicBezTo>
                    <a:pt x="5608" y="4537"/>
                    <a:pt x="4537" y="5640"/>
                    <a:pt x="3151" y="5640"/>
                  </a:cubicBezTo>
                  <a:cubicBezTo>
                    <a:pt x="1796" y="5640"/>
                    <a:pt x="693" y="4537"/>
                    <a:pt x="693" y="3182"/>
                  </a:cubicBezTo>
                  <a:cubicBezTo>
                    <a:pt x="693" y="1859"/>
                    <a:pt x="1796" y="756"/>
                    <a:pt x="3151" y="756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3"/>
                    <a:pt x="1418" y="6301"/>
                    <a:pt x="3151" y="6301"/>
                  </a:cubicBezTo>
                  <a:cubicBezTo>
                    <a:pt x="4883" y="6301"/>
                    <a:pt x="6301" y="4883"/>
                    <a:pt x="6301" y="3151"/>
                  </a:cubicBezTo>
                  <a:cubicBezTo>
                    <a:pt x="6301" y="1418"/>
                    <a:pt x="4915" y="0"/>
                    <a:pt x="3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91208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>
          <a:extLst>
            <a:ext uri="{FF2B5EF4-FFF2-40B4-BE49-F238E27FC236}">
              <a16:creationId xmlns:a16="http://schemas.microsoft.com/office/drawing/2014/main" id="{9350C075-2086-AB9D-FA9F-432D0F1E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60">
            <a:extLst>
              <a:ext uri="{FF2B5EF4-FFF2-40B4-BE49-F238E27FC236}">
                <a16:creationId xmlns:a16="http://schemas.microsoft.com/office/drawing/2014/main" id="{5350F85C-F598-3E49-AB88-EAD1158E72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4263" y="1884111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Merci!</a:t>
            </a:r>
            <a:endParaRPr dirty="0"/>
          </a:p>
        </p:txBody>
      </p:sp>
      <p:sp>
        <p:nvSpPr>
          <p:cNvPr id="857" name="Google Shape;857;p60">
            <a:extLst>
              <a:ext uri="{FF2B5EF4-FFF2-40B4-BE49-F238E27FC236}">
                <a16:creationId xmlns:a16="http://schemas.microsoft.com/office/drawing/2014/main" id="{DAA33172-8A7C-F469-6592-6A09052CC1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4225" y="2757298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Des questions ?</a:t>
            </a:r>
            <a:endParaRPr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653D4E8-7E14-7D09-FCA7-2393CBC39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5B3495B-1BFE-473E-A5FE-9D46EE4531F6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09269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Personnalisé 6">
      <a:dk1>
        <a:srgbClr val="3F3F3F"/>
      </a:dk1>
      <a:lt1>
        <a:srgbClr val="FDFDFD"/>
      </a:lt1>
      <a:dk2>
        <a:srgbClr val="99ABF7"/>
      </a:dk2>
      <a:lt2>
        <a:srgbClr val="B2B2B2"/>
      </a:lt2>
      <a:accent1>
        <a:srgbClr val="7451E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7451EB"/>
      </a:hlink>
      <a:folHlink>
        <a:srgbClr val="7451E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4331</TotalTime>
  <Words>324</Words>
  <Application>Microsoft Office PowerPoint</Application>
  <PresentationFormat>Affichage à l'écran (16:9)</PresentationFormat>
  <Paragraphs>106</Paragraphs>
  <Slides>17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Figtree Black</vt:lpstr>
      <vt:lpstr>Arial</vt:lpstr>
      <vt:lpstr>Hanken Grotesk</vt:lpstr>
      <vt:lpstr>Lato</vt:lpstr>
      <vt:lpstr>Elegant Black &amp; White Thesis Defense by Slidesgo</vt:lpstr>
      <vt:lpstr>PULS EVENTS</vt:lpstr>
      <vt:lpstr>Présentation du sujet</vt:lpstr>
      <vt:lpstr>Sommaire</vt:lpstr>
      <vt:lpstr>Périmètre et données</vt:lpstr>
      <vt:lpstr>Périmètre et données</vt:lpstr>
      <vt:lpstr>Système RAG</vt:lpstr>
      <vt:lpstr>RAG </vt:lpstr>
      <vt:lpstr>Fonctionnement d’un système RAG</vt:lpstr>
      <vt:lpstr>Architecture technique</vt:lpstr>
      <vt:lpstr>Architecture technique </vt:lpstr>
      <vt:lpstr>Evaluation et limites</vt:lpstr>
      <vt:lpstr>RAGAS</vt:lpstr>
      <vt:lpstr>Limites et perspectives</vt:lpstr>
      <vt:lpstr>API &amp; endpoints</vt:lpstr>
      <vt:lpstr>API &amp; endpoints</vt:lpstr>
      <vt:lpstr>Démonstration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Fabien</dc:creator>
  <cp:lastModifiedBy>User</cp:lastModifiedBy>
  <cp:revision>45</cp:revision>
  <dcterms:modified xsi:type="dcterms:W3CDTF">2026-01-26T17:06:55Z</dcterms:modified>
</cp:coreProperties>
</file>